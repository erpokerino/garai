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30" r:id="rId5"/>
    <p:sldId id="33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0157D74-2A11-E141-4C13-33A2073B99E8}" name="Fattori Enrico" initials="EF" userId="S::enrico.fattori@abstract.it::4dae9487-a292-404a-9136-41cd53c64b67" providerId="AD"/>
  <p188:author id="{236E609C-3A09-A4EC-F13B-8728C8DEC57D}" name="Romiti Dalila" initials="DR" userId="S::dalila.romiti@abstract.it::531b0d38-299e-4401-a2b8-8ecd17df09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FA"/>
    <a:srgbClr val="AFA4CE"/>
    <a:srgbClr val="B7A9F4"/>
    <a:srgbClr val="6667A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10-08T12:49:10.449"/>
    <p1510:client id="{69C460ED-90D2-4CB6-81AA-E45FEAFCC9C0}" v="194" dt="2026-10-08T12:45:56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Stile chiaro 2 - Color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Stile medio 3 - Color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Stile scuro 2 - Colore 1/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Feo Giacomo" userId="5629bd9d-552f-460e-9f07-7d16f927b07a" providerId="ADAL" clId="{D1F0E15E-7C37-46FB-9B9C-5C43500BBAA8}"/>
    <pc:docChg chg="custSel modSld">
      <pc:chgData name="De Feo Giacomo" userId="5629bd9d-552f-460e-9f07-7d16f927b07a" providerId="ADAL" clId="{D1F0E15E-7C37-46FB-9B9C-5C43500BBAA8}" dt="2026-10-08T12:45:56.519" v="195" actId="20577"/>
      <pc:docMkLst>
        <pc:docMk/>
      </pc:docMkLst>
      <pc:sldChg chg="delSp modSp mod">
        <pc:chgData name="De Feo Giacomo" userId="5629bd9d-552f-460e-9f07-7d16f927b07a" providerId="ADAL" clId="{D1F0E15E-7C37-46FB-9B9C-5C43500BBAA8}" dt="2026-10-08T12:45:53.454" v="194" actId="20577"/>
        <pc:sldMkLst>
          <pc:docMk/>
          <pc:sldMk cId="3209159573" sldId="330"/>
        </pc:sldMkLst>
        <pc:spChg chg="mod">
          <ac:chgData name="De Feo Giacomo" userId="5629bd9d-552f-460e-9f07-7d16f927b07a" providerId="ADAL" clId="{D1F0E15E-7C37-46FB-9B9C-5C43500BBAA8}" dt="2026-10-08T12:43:55.526" v="31" actId="20577"/>
          <ac:spMkLst>
            <pc:docMk/>
            <pc:sldMk cId="3209159573" sldId="330"/>
            <ac:spMk id="2" creationId="{5F8DA1CE-3520-9C2F-CB33-FA82BFF59697}"/>
          </ac:spMkLst>
        </pc:spChg>
        <pc:spChg chg="mod">
          <ac:chgData name="De Feo Giacomo" userId="5629bd9d-552f-460e-9f07-7d16f927b07a" providerId="ADAL" clId="{D1F0E15E-7C37-46FB-9B9C-5C43500BBAA8}" dt="2026-10-08T12:45:53.454" v="194" actId="20577"/>
          <ac:spMkLst>
            <pc:docMk/>
            <pc:sldMk cId="3209159573" sldId="330"/>
            <ac:spMk id="3" creationId="{234D6C06-83F1-4E07-4A75-40FB5B5041BE}"/>
          </ac:spMkLst>
        </pc:spChg>
        <pc:spChg chg="mod">
          <ac:chgData name="De Feo Giacomo" userId="5629bd9d-552f-460e-9f07-7d16f927b07a" providerId="ADAL" clId="{D1F0E15E-7C37-46FB-9B9C-5C43500BBAA8}" dt="2026-10-08T12:43:36.708" v="22" actId="20577"/>
          <ac:spMkLst>
            <pc:docMk/>
            <pc:sldMk cId="3209159573" sldId="330"/>
            <ac:spMk id="4" creationId="{DC44117E-5EDC-AC69-9E17-959041253639}"/>
          </ac:spMkLst>
        </pc:spChg>
        <pc:spChg chg="mod">
          <ac:chgData name="De Feo Giacomo" userId="5629bd9d-552f-460e-9f07-7d16f927b07a" providerId="ADAL" clId="{D1F0E15E-7C37-46FB-9B9C-5C43500BBAA8}" dt="2026-10-08T12:43:32.126" v="8" actId="20577"/>
          <ac:spMkLst>
            <pc:docMk/>
            <pc:sldMk cId="3209159573" sldId="330"/>
            <ac:spMk id="7" creationId="{09CE9AFD-B314-6CA5-C836-B9F494903882}"/>
          </ac:spMkLst>
        </pc:spChg>
        <pc:spChg chg="mod">
          <ac:chgData name="De Feo Giacomo" userId="5629bd9d-552f-460e-9f07-7d16f927b07a" providerId="ADAL" clId="{D1F0E15E-7C37-46FB-9B9C-5C43500BBAA8}" dt="2026-10-08T12:44:30.468" v="68" actId="14100"/>
          <ac:spMkLst>
            <pc:docMk/>
            <pc:sldMk cId="3209159573" sldId="330"/>
            <ac:spMk id="8" creationId="{6477C6F7-5152-DA17-2369-8F5202618C1F}"/>
          </ac:spMkLst>
        </pc:spChg>
        <pc:spChg chg="mod">
          <ac:chgData name="De Feo Giacomo" userId="5629bd9d-552f-460e-9f07-7d16f927b07a" providerId="ADAL" clId="{D1F0E15E-7C37-46FB-9B9C-5C43500BBAA8}" dt="2026-10-08T12:44:06.063" v="54" actId="20577"/>
          <ac:spMkLst>
            <pc:docMk/>
            <pc:sldMk cId="3209159573" sldId="330"/>
            <ac:spMk id="10" creationId="{E6F387E3-0F21-D1E3-F2AB-8793D57BF322}"/>
          </ac:spMkLst>
        </pc:spChg>
        <pc:spChg chg="del mod">
          <ac:chgData name="De Feo Giacomo" userId="5629bd9d-552f-460e-9f07-7d16f927b07a" providerId="ADAL" clId="{D1F0E15E-7C37-46FB-9B9C-5C43500BBAA8}" dt="2026-10-08T12:44:12.265" v="57"/>
          <ac:spMkLst>
            <pc:docMk/>
            <pc:sldMk cId="3209159573" sldId="330"/>
            <ac:spMk id="11" creationId="{212EB3CE-5FAA-2464-4B02-7F6312646DD9}"/>
          </ac:spMkLst>
        </pc:spChg>
        <pc:spChg chg="mod">
          <ac:chgData name="De Feo Giacomo" userId="5629bd9d-552f-460e-9f07-7d16f927b07a" providerId="ADAL" clId="{D1F0E15E-7C37-46FB-9B9C-5C43500BBAA8}" dt="2026-10-08T12:44:34.692" v="70" actId="14100"/>
          <ac:spMkLst>
            <pc:docMk/>
            <pc:sldMk cId="3209159573" sldId="330"/>
            <ac:spMk id="12" creationId="{2FAE2DB4-4D0C-60E0-CD4C-29FC719B30CC}"/>
          </ac:spMkLst>
        </pc:spChg>
        <pc:spChg chg="mod">
          <ac:chgData name="De Feo Giacomo" userId="5629bd9d-552f-460e-9f07-7d16f927b07a" providerId="ADAL" clId="{D1F0E15E-7C37-46FB-9B9C-5C43500BBAA8}" dt="2026-10-08T12:44:39.990" v="84" actId="20577"/>
          <ac:spMkLst>
            <pc:docMk/>
            <pc:sldMk cId="3209159573" sldId="330"/>
            <ac:spMk id="13" creationId="{419A5C82-87B4-0FAB-F08E-C40663304E38}"/>
          </ac:spMkLst>
        </pc:spChg>
        <pc:spChg chg="mod">
          <ac:chgData name="De Feo Giacomo" userId="5629bd9d-552f-460e-9f07-7d16f927b07a" providerId="ADAL" clId="{D1F0E15E-7C37-46FB-9B9C-5C43500BBAA8}" dt="2026-10-08T12:44:36.919" v="77" actId="20577"/>
          <ac:spMkLst>
            <pc:docMk/>
            <pc:sldMk cId="3209159573" sldId="330"/>
            <ac:spMk id="22" creationId="{BD952B1A-CA19-5FDC-028F-282E375FF4C7}"/>
          </ac:spMkLst>
        </pc:spChg>
        <pc:spChg chg="mod">
          <ac:chgData name="De Feo Giacomo" userId="5629bd9d-552f-460e-9f07-7d16f927b07a" providerId="ADAL" clId="{D1F0E15E-7C37-46FB-9B9C-5C43500BBAA8}" dt="2026-10-08T12:44:43.146" v="91" actId="20577"/>
          <ac:spMkLst>
            <pc:docMk/>
            <pc:sldMk cId="3209159573" sldId="330"/>
            <ac:spMk id="24" creationId="{0E7DE42B-A4E9-4692-CE19-214B0C2EB3F3}"/>
          </ac:spMkLst>
        </pc:spChg>
        <pc:spChg chg="del mod">
          <ac:chgData name="De Feo Giacomo" userId="5629bd9d-552f-460e-9f07-7d16f927b07a" providerId="ADAL" clId="{D1F0E15E-7C37-46FB-9B9C-5C43500BBAA8}" dt="2026-10-08T12:44:44.381" v="93"/>
          <ac:spMkLst>
            <pc:docMk/>
            <pc:sldMk cId="3209159573" sldId="330"/>
            <ac:spMk id="27" creationId="{47B20DA1-417D-EF27-E407-ABD5DDD38D05}"/>
          </ac:spMkLst>
        </pc:spChg>
        <pc:spChg chg="mod">
          <ac:chgData name="De Feo Giacomo" userId="5629bd9d-552f-460e-9f07-7d16f927b07a" providerId="ADAL" clId="{D1F0E15E-7C37-46FB-9B9C-5C43500BBAA8}" dt="2026-10-08T12:43:22.130" v="6" actId="20577"/>
          <ac:spMkLst>
            <pc:docMk/>
            <pc:sldMk cId="3209159573" sldId="330"/>
            <ac:spMk id="29" creationId="{8D61D97D-81B9-FC24-5E62-D14BA41E2C90}"/>
          </ac:spMkLst>
        </pc:spChg>
      </pc:sldChg>
      <pc:sldChg chg="modSp mod">
        <pc:chgData name="De Feo Giacomo" userId="5629bd9d-552f-460e-9f07-7d16f927b07a" providerId="ADAL" clId="{D1F0E15E-7C37-46FB-9B9C-5C43500BBAA8}" dt="2026-10-08T12:45:56.519" v="195" actId="20577"/>
        <pc:sldMkLst>
          <pc:docMk/>
          <pc:sldMk cId="2685199226" sldId="331"/>
        </pc:sldMkLst>
        <pc:spChg chg="mod">
          <ac:chgData name="De Feo Giacomo" userId="5629bd9d-552f-460e-9f07-7d16f927b07a" providerId="ADAL" clId="{D1F0E15E-7C37-46FB-9B9C-5C43500BBAA8}" dt="2026-10-08T12:45:36.306" v="185"/>
          <ac:spMkLst>
            <pc:docMk/>
            <pc:sldMk cId="2685199226" sldId="331"/>
            <ac:spMk id="2" creationId="{3FD3452C-93C7-CD8D-B952-EFBEA6A9B8AD}"/>
          </ac:spMkLst>
        </pc:spChg>
        <pc:spChg chg="mod">
          <ac:chgData name="De Feo Giacomo" userId="5629bd9d-552f-460e-9f07-7d16f927b07a" providerId="ADAL" clId="{D1F0E15E-7C37-46FB-9B9C-5C43500BBAA8}" dt="2026-10-08T12:45:56.519" v="195" actId="20577"/>
          <ac:spMkLst>
            <pc:docMk/>
            <pc:sldMk cId="2685199226" sldId="331"/>
            <ac:spMk id="3" creationId="{234D6C06-83F1-4E07-4A75-40FB5B5041BE}"/>
          </ac:spMkLst>
        </pc:spChg>
        <pc:spChg chg="mod">
          <ac:chgData name="De Feo Giacomo" userId="5629bd9d-552f-460e-9f07-7d16f927b07a" providerId="ADAL" clId="{D1F0E15E-7C37-46FB-9B9C-5C43500BBAA8}" dt="2026-10-08T12:45:31.104" v="184" actId="20577"/>
          <ac:spMkLst>
            <pc:docMk/>
            <pc:sldMk cId="2685199226" sldId="331"/>
            <ac:spMk id="8" creationId="{71D920D5-7D33-FD64-FF05-4DC0712E29AD}"/>
          </ac:spMkLst>
        </pc:spChg>
        <pc:spChg chg="mod">
          <ac:chgData name="De Feo Giacomo" userId="5629bd9d-552f-460e-9f07-7d16f927b07a" providerId="ADAL" clId="{D1F0E15E-7C37-46FB-9B9C-5C43500BBAA8}" dt="2026-10-08T12:45:41.359" v="193" actId="20577"/>
          <ac:spMkLst>
            <pc:docMk/>
            <pc:sldMk cId="2685199226" sldId="331"/>
            <ac:spMk id="9" creationId="{0E880ADD-49EB-F5AD-E42C-51A4A9ADB32C}"/>
          </ac:spMkLst>
        </pc:spChg>
      </pc:sldChg>
    </pc:docChg>
  </pc:docChgLst>
  <pc:docChgLst>
    <pc:chgData name="Gomitoni Marcello" userId="S::marcello.gomitoni@abstract.it::cfa68f47-137b-403d-8ccb-6a66b9be0b1f" providerId="AD" clId="Web-{00000000-0000-0000-0000-000000000000}"/>
    <pc:docChg chg="modSld">
      <pc:chgData name="Gomitoni Marcello" userId="S::marcello.gomitoni@abstract.it::cfa68f47-137b-403d-8ccb-6a66b9be0b1f" providerId="AD" clId="Web-{00000000-0000-0000-0000-000000000000}" dt="2026-10-08T12:49:10.449" v="0" actId="20577"/>
      <pc:docMkLst>
        <pc:docMk/>
      </pc:docMkLst>
      <pc:sldChg chg="modSp">
        <pc:chgData name="Gomitoni Marcello" userId="S::marcello.gomitoni@abstract.it::cfa68f47-137b-403d-8ccb-6a66b9be0b1f" providerId="AD" clId="Web-{00000000-0000-0000-0000-000000000000}" dt="2026-10-08T12:49:10.449" v="0" actId="20577"/>
        <pc:sldMkLst>
          <pc:docMk/>
          <pc:sldMk cId="3209159573" sldId="330"/>
        </pc:sldMkLst>
        <pc:spChg chg="mod">
          <ac:chgData name="Gomitoni Marcello" userId="S::marcello.gomitoni@abstract.it::cfa68f47-137b-403d-8ccb-6a66b9be0b1f" providerId="AD" clId="Web-{00000000-0000-0000-0000-000000000000}" dt="2026-10-08T12:49:10.449" v="0" actId="20577"/>
          <ac:spMkLst>
            <pc:docMk/>
            <pc:sldMk cId="3209159573" sldId="330"/>
            <ac:spMk id="2" creationId="{5F8DA1CE-3520-9C2F-CB33-FA82BFF5969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D432BC03-0496-380E-ED74-75159A65AC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B7EDC5A-C0BC-DD8D-90E3-27517F87F7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3194A8-74CF-E64C-93C8-77C4A45119BE}" type="datetimeFigureOut">
              <a:rPr lang="it-IT" smtClean="0"/>
              <a:t>08/10/2026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7005771-C5F6-8791-3EA6-BAFB5BEE06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E73C1A2-2628-C282-73EC-BC4C311C79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35448-11C1-BA48-9699-7FBEFADCB26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41753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3574F-ECAA-5042-A73F-DBE740651C90}" type="datetimeFigureOut">
              <a:rPr lang="it-IT" smtClean="0"/>
              <a:t>08/10/2026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984E51-C3B3-7841-82B2-3D1EFFED38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692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67A09A5D-E85F-466C-B024-C313E95FB5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4525157"/>
            <a:ext cx="10944224" cy="540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lvl="0"/>
            <a:r>
              <a:rPr lang="it-IT"/>
              <a:t>Presentation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694458CF-A04D-5836-F2F3-F3FF34B766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3347112"/>
            <a:ext cx="10944224" cy="10724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7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Presentation </a:t>
            </a:r>
            <a:r>
              <a:rPr lang="it-IT" err="1"/>
              <a:t>title</a:t>
            </a:r>
            <a:endParaRPr lang="it-IT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C848F8EE-9901-0790-0A15-BF830BB5A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3314700"/>
            <a:ext cx="7543800" cy="1701800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69873EDE-867C-547B-371F-42C442FF30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436100" y="635000"/>
            <a:ext cx="2119445" cy="469900"/>
          </a:xfrm>
          <a:prstGeom prst="rect">
            <a:avLst/>
          </a:prstGeom>
        </p:spPr>
      </p:pic>
      <p:sp>
        <p:nvSpPr>
          <p:cNvPr id="30" name="Segnaposto testo 29">
            <a:extLst>
              <a:ext uri="{FF2B5EF4-FFF2-40B4-BE49-F238E27FC236}">
                <a16:creationId xmlns:a16="http://schemas.microsoft.com/office/drawing/2014/main" id="{9B94D2ED-899D-1B0F-DFA3-49488300C3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5677539"/>
            <a:ext cx="1500780" cy="3016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500" b="0" i="0">
                <a:solidFill>
                  <a:srgbClr val="B7A9F4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DD/MM/YYYY</a:t>
            </a:r>
          </a:p>
        </p:txBody>
      </p:sp>
      <p:sp>
        <p:nvSpPr>
          <p:cNvPr id="31" name="Segnaposto testo 29">
            <a:extLst>
              <a:ext uri="{FF2B5EF4-FFF2-40B4-BE49-F238E27FC236}">
                <a16:creationId xmlns:a16="http://schemas.microsoft.com/office/drawing/2014/main" id="{0BC3A08A-09AE-B4EE-984F-FB907701C7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626" y="5672031"/>
            <a:ext cx="3179487" cy="3016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500" b="0" i="0">
                <a:solidFill>
                  <a:srgbClr val="B7A9F4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128564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6000E76-3871-6FA3-B81D-343E480C1F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71050" y="381000"/>
            <a:ext cx="1885950" cy="418132"/>
          </a:xfrm>
          <a:prstGeom prst="rect">
            <a:avLst/>
          </a:prstGeom>
        </p:spPr>
      </p:pic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5F810F77-ACDB-F3C3-0331-D474A06744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817" y="2072842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pic>
        <p:nvPicPr>
          <p:cNvPr id="36" name="Image 1" descr="preencoded.png">
            <a:extLst>
              <a:ext uri="{FF2B5EF4-FFF2-40B4-BE49-F238E27FC236}">
                <a16:creationId xmlns:a16="http://schemas.microsoft.com/office/drawing/2014/main" id="{FC6674A8-CB12-65E8-CF15-A2BBA17D9F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5000" y="819150"/>
            <a:ext cx="1504950" cy="685800"/>
          </a:xfrm>
          <a:prstGeom prst="rect">
            <a:avLst/>
          </a:prstGeom>
        </p:spPr>
      </p:pic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26313A61-8ED8-3076-4245-ED935662449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993CB9-2E03-DDE5-4D77-1A7E3F840B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47" name="Segnaposto testo 14">
            <a:extLst>
              <a:ext uri="{FF2B5EF4-FFF2-40B4-BE49-F238E27FC236}">
                <a16:creationId xmlns:a16="http://schemas.microsoft.com/office/drawing/2014/main" id="{99FA539A-4C08-FB2F-58A3-4DA8967C09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817" y="3114242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50" name="Segnaposto testo 14">
            <a:extLst>
              <a:ext uri="{FF2B5EF4-FFF2-40B4-BE49-F238E27FC236}">
                <a16:creationId xmlns:a16="http://schemas.microsoft.com/office/drawing/2014/main" id="{F154FFE1-ACB2-E624-6737-6E22F423D8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17" y="4164109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53" name="Segnaposto testo 14">
            <a:extLst>
              <a:ext uri="{FF2B5EF4-FFF2-40B4-BE49-F238E27FC236}">
                <a16:creationId xmlns:a16="http://schemas.microsoft.com/office/drawing/2014/main" id="{D4FF2459-1D5B-F4AA-09C9-8429E36111D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817" y="5205509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59" name="Segnaposto testo 17">
            <a:extLst>
              <a:ext uri="{FF2B5EF4-FFF2-40B4-BE49-F238E27FC236}">
                <a16:creationId xmlns:a16="http://schemas.microsoft.com/office/drawing/2014/main" id="{8FDB0177-67DE-0896-FE70-F502A8D233E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39952" y="3639373"/>
            <a:ext cx="9434265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64" name="Segnaposto testo 17">
            <a:extLst>
              <a:ext uri="{FF2B5EF4-FFF2-40B4-BE49-F238E27FC236}">
                <a16:creationId xmlns:a16="http://schemas.microsoft.com/office/drawing/2014/main" id="{4A5BD616-3A19-9EBE-DBE9-272973DCFC5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139951" y="3111977"/>
            <a:ext cx="9434829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69" name="Segnaposto testo 17">
            <a:extLst>
              <a:ext uri="{FF2B5EF4-FFF2-40B4-BE49-F238E27FC236}">
                <a16:creationId xmlns:a16="http://schemas.microsoft.com/office/drawing/2014/main" id="{38D6FC35-95D7-F069-3696-AD17C62AC2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139952" y="2596631"/>
            <a:ext cx="9434265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70" name="Segnaposto testo 17">
            <a:extLst>
              <a:ext uri="{FF2B5EF4-FFF2-40B4-BE49-F238E27FC236}">
                <a16:creationId xmlns:a16="http://schemas.microsoft.com/office/drawing/2014/main" id="{CAFCFAA8-0F0F-E5A0-56FC-76B4C5008C0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139951" y="2072325"/>
            <a:ext cx="9434829" cy="497988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71" name="Segnaposto testo 17">
            <a:extLst>
              <a:ext uri="{FF2B5EF4-FFF2-40B4-BE49-F238E27FC236}">
                <a16:creationId xmlns:a16="http://schemas.microsoft.com/office/drawing/2014/main" id="{BD61B699-A751-B84C-A0D3-EB52C22D0A2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139952" y="4685731"/>
            <a:ext cx="9434265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72" name="Segnaposto testo 17">
            <a:extLst>
              <a:ext uri="{FF2B5EF4-FFF2-40B4-BE49-F238E27FC236}">
                <a16:creationId xmlns:a16="http://schemas.microsoft.com/office/drawing/2014/main" id="{8805BE32-3DE1-3EDA-B631-14C9DEC4424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139951" y="4164109"/>
            <a:ext cx="9434829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73" name="Segnaposto testo 17">
            <a:extLst>
              <a:ext uri="{FF2B5EF4-FFF2-40B4-BE49-F238E27FC236}">
                <a16:creationId xmlns:a16="http://schemas.microsoft.com/office/drawing/2014/main" id="{EEBDB67E-66E4-1084-D2B4-73ADB95E47E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139952" y="5732235"/>
            <a:ext cx="9434265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74" name="Segnaposto testo 17">
            <a:extLst>
              <a:ext uri="{FF2B5EF4-FFF2-40B4-BE49-F238E27FC236}">
                <a16:creationId xmlns:a16="http://schemas.microsoft.com/office/drawing/2014/main" id="{24628531-7FEA-5B55-C3C7-C4967674F68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39951" y="5205509"/>
            <a:ext cx="9434829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F3853C29-C06D-D148-A3E3-FBFD38900E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992" y="819150"/>
            <a:ext cx="7796341" cy="629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33652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Index extend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5BFD428-3CEC-4246-B078-7766B2B59F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992" y="819150"/>
            <a:ext cx="7796341" cy="629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Index</a:t>
            </a: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6000E76-3871-6FA3-B81D-343E480C1F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71050" y="381000"/>
            <a:ext cx="1885950" cy="418132"/>
          </a:xfrm>
          <a:prstGeom prst="rect">
            <a:avLst/>
          </a:prstGeom>
        </p:spPr>
      </p:pic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5F810F77-ACDB-F3C3-0331-D474A06744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817" y="2072842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pic>
        <p:nvPicPr>
          <p:cNvPr id="36" name="Image 1" descr="preencoded.png">
            <a:extLst>
              <a:ext uri="{FF2B5EF4-FFF2-40B4-BE49-F238E27FC236}">
                <a16:creationId xmlns:a16="http://schemas.microsoft.com/office/drawing/2014/main" id="{FC6674A8-CB12-65E8-CF15-A2BBA17D9F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5000" y="819150"/>
            <a:ext cx="1504950" cy="685800"/>
          </a:xfrm>
          <a:prstGeom prst="rect">
            <a:avLst/>
          </a:prstGeom>
        </p:spPr>
      </p:pic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26313A61-8ED8-3076-4245-ED935662449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993CB9-2E03-DDE5-4D77-1A7E3F840B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47" name="Segnaposto testo 14">
            <a:extLst>
              <a:ext uri="{FF2B5EF4-FFF2-40B4-BE49-F238E27FC236}">
                <a16:creationId xmlns:a16="http://schemas.microsoft.com/office/drawing/2014/main" id="{99FA539A-4C08-FB2F-58A3-4DA8967C09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817" y="3114242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50" name="Segnaposto testo 14">
            <a:extLst>
              <a:ext uri="{FF2B5EF4-FFF2-40B4-BE49-F238E27FC236}">
                <a16:creationId xmlns:a16="http://schemas.microsoft.com/office/drawing/2014/main" id="{F154FFE1-ACB2-E624-6737-6E22F423D8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17" y="4164109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53" name="Segnaposto testo 14">
            <a:extLst>
              <a:ext uri="{FF2B5EF4-FFF2-40B4-BE49-F238E27FC236}">
                <a16:creationId xmlns:a16="http://schemas.microsoft.com/office/drawing/2014/main" id="{D4FF2459-1D5B-F4AA-09C9-8429E36111D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817" y="5205509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5" name="Segnaposto testo 14">
            <a:extLst>
              <a:ext uri="{FF2B5EF4-FFF2-40B4-BE49-F238E27FC236}">
                <a16:creationId xmlns:a16="http://schemas.microsoft.com/office/drawing/2014/main" id="{A672BB2D-08C9-D1EB-2B11-D357DC1AB48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20887" y="2072842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6" name="Segnaposto testo 14">
            <a:extLst>
              <a:ext uri="{FF2B5EF4-FFF2-40B4-BE49-F238E27FC236}">
                <a16:creationId xmlns:a16="http://schemas.microsoft.com/office/drawing/2014/main" id="{43DBCBA4-1381-B45E-93F8-EAC35F31B3F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220887" y="3114242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8" name="Segnaposto testo 14">
            <a:extLst>
              <a:ext uri="{FF2B5EF4-FFF2-40B4-BE49-F238E27FC236}">
                <a16:creationId xmlns:a16="http://schemas.microsoft.com/office/drawing/2014/main" id="{D702D68E-9B49-38F3-AE9B-2D7CB7E3785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220887" y="4164109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9" name="Segnaposto testo 14">
            <a:extLst>
              <a:ext uri="{FF2B5EF4-FFF2-40B4-BE49-F238E27FC236}">
                <a16:creationId xmlns:a16="http://schemas.microsoft.com/office/drawing/2014/main" id="{9697C807-D202-050E-5242-C758811804E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20887" y="5205509"/>
            <a:ext cx="1390250" cy="8429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65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10" name="Segnaposto testo 17">
            <a:extLst>
              <a:ext uri="{FF2B5EF4-FFF2-40B4-BE49-F238E27FC236}">
                <a16:creationId xmlns:a16="http://schemas.microsoft.com/office/drawing/2014/main" id="{F828D78E-0FD8-3B43-7FF7-EEFDA6BC964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736023" y="3637341"/>
            <a:ext cx="3838757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11" name="Segnaposto testo 17">
            <a:extLst>
              <a:ext uri="{FF2B5EF4-FFF2-40B4-BE49-F238E27FC236}">
                <a16:creationId xmlns:a16="http://schemas.microsoft.com/office/drawing/2014/main" id="{E394E3C4-FF90-F893-2929-9427CCCC80D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736021" y="3114974"/>
            <a:ext cx="3838987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2" name="Segnaposto testo 17">
            <a:extLst>
              <a:ext uri="{FF2B5EF4-FFF2-40B4-BE49-F238E27FC236}">
                <a16:creationId xmlns:a16="http://schemas.microsoft.com/office/drawing/2014/main" id="{41E57D3C-A611-8C3D-327B-EFFBB1D27ED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736023" y="2603206"/>
            <a:ext cx="3838757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13" name="Segnaposto testo 17">
            <a:extLst>
              <a:ext uri="{FF2B5EF4-FFF2-40B4-BE49-F238E27FC236}">
                <a16:creationId xmlns:a16="http://schemas.microsoft.com/office/drawing/2014/main" id="{E4AFCE0B-C708-5A38-9CC6-065951EAB72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36021" y="2072842"/>
            <a:ext cx="3838987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4" name="Segnaposto testo 17">
            <a:extLst>
              <a:ext uri="{FF2B5EF4-FFF2-40B4-BE49-F238E27FC236}">
                <a16:creationId xmlns:a16="http://schemas.microsoft.com/office/drawing/2014/main" id="{CABBE8AE-E37E-65F8-0F99-5C5754A6799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736023" y="4683667"/>
            <a:ext cx="3838757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16" name="Segnaposto testo 17">
            <a:extLst>
              <a:ext uri="{FF2B5EF4-FFF2-40B4-BE49-F238E27FC236}">
                <a16:creationId xmlns:a16="http://schemas.microsoft.com/office/drawing/2014/main" id="{E511259A-2AD6-064E-2F3A-6150B02CD99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736021" y="4157105"/>
            <a:ext cx="3838987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7" name="Segnaposto testo 17">
            <a:extLst>
              <a:ext uri="{FF2B5EF4-FFF2-40B4-BE49-F238E27FC236}">
                <a16:creationId xmlns:a16="http://schemas.microsoft.com/office/drawing/2014/main" id="{7CA1EA93-5DA8-B4D9-92D5-92CD7A6A674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736023" y="5732656"/>
            <a:ext cx="3838757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1140339E-57A4-33C6-6424-8321DD4B186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736021" y="5205050"/>
            <a:ext cx="3838987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9" name="Segnaposto testo 17">
            <a:extLst>
              <a:ext uri="{FF2B5EF4-FFF2-40B4-BE49-F238E27FC236}">
                <a16:creationId xmlns:a16="http://schemas.microsoft.com/office/drawing/2014/main" id="{F08AADC7-9500-AF1B-CAB8-D272CD7B83F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139720" y="3637342"/>
            <a:ext cx="3838757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20" name="Segnaposto testo 17">
            <a:extLst>
              <a:ext uri="{FF2B5EF4-FFF2-40B4-BE49-F238E27FC236}">
                <a16:creationId xmlns:a16="http://schemas.microsoft.com/office/drawing/2014/main" id="{55CFF5D0-9B01-FA11-21BC-CA418A4C17F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139718" y="3114974"/>
            <a:ext cx="3838987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1" name="Segnaposto testo 17">
            <a:extLst>
              <a:ext uri="{FF2B5EF4-FFF2-40B4-BE49-F238E27FC236}">
                <a16:creationId xmlns:a16="http://schemas.microsoft.com/office/drawing/2014/main" id="{569F896F-2128-EF40-0609-FE7E7EF2964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139720" y="2605987"/>
            <a:ext cx="3838757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22" name="Segnaposto testo 17">
            <a:extLst>
              <a:ext uri="{FF2B5EF4-FFF2-40B4-BE49-F238E27FC236}">
                <a16:creationId xmlns:a16="http://schemas.microsoft.com/office/drawing/2014/main" id="{AA2A364A-F6FF-DE1F-71B8-7BE52B99B81A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139718" y="2072842"/>
            <a:ext cx="3838987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3" name="Segnaposto testo 17">
            <a:extLst>
              <a:ext uri="{FF2B5EF4-FFF2-40B4-BE49-F238E27FC236}">
                <a16:creationId xmlns:a16="http://schemas.microsoft.com/office/drawing/2014/main" id="{6722587A-A806-2DEF-08F2-D4830191281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139720" y="4683667"/>
            <a:ext cx="3838757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24" name="Segnaposto testo 17">
            <a:extLst>
              <a:ext uri="{FF2B5EF4-FFF2-40B4-BE49-F238E27FC236}">
                <a16:creationId xmlns:a16="http://schemas.microsoft.com/office/drawing/2014/main" id="{788769E2-C835-A875-B7ED-447A1821333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132127" y="4157105"/>
            <a:ext cx="3846350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5" name="Segnaposto testo 17">
            <a:extLst>
              <a:ext uri="{FF2B5EF4-FFF2-40B4-BE49-F238E27FC236}">
                <a16:creationId xmlns:a16="http://schemas.microsoft.com/office/drawing/2014/main" id="{0E6C7769-F375-0BAF-0EB8-2A6D80C3667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139720" y="5732656"/>
            <a:ext cx="3838757" cy="251077"/>
          </a:xfrm>
          <a:prstGeom prst="rect">
            <a:avLst/>
          </a:prstGeom>
        </p:spPr>
        <p:txBody>
          <a:bodyPr lIns="108000" tIns="0" rIns="0" bIns="0" anchor="b" anchorCtr="0"/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subtitle</a:t>
            </a:r>
            <a:endParaRPr lang="it-IT"/>
          </a:p>
        </p:txBody>
      </p:sp>
      <p:sp>
        <p:nvSpPr>
          <p:cNvPr id="26" name="Segnaposto testo 17">
            <a:extLst>
              <a:ext uri="{FF2B5EF4-FFF2-40B4-BE49-F238E27FC236}">
                <a16:creationId xmlns:a16="http://schemas.microsoft.com/office/drawing/2014/main" id="{F4557510-73D0-07E4-1FFE-281E5C74110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139718" y="5205050"/>
            <a:ext cx="3838987" cy="504000"/>
          </a:xfrm>
          <a:prstGeom prst="rect">
            <a:avLst/>
          </a:prstGeom>
        </p:spPr>
        <p:txBody>
          <a:bodyPr lIns="108000" tIns="0" rIns="0" bIns="0" anchor="b" anchorCtr="0">
            <a:normAutofit/>
          </a:bodyPr>
          <a:lstStyle>
            <a:lvl1pPr marL="0" marR="0" indent="0" algn="l" defTabSz="914400" rtl="0" eaLnBrk="1" fontAlgn="t" latinLnBrk="0" hangingPunct="1">
              <a:lnSpc>
                <a:spcPts val="21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5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144DBF95-55FB-6EFB-57A6-FE65D5C12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71050" y="381000"/>
            <a:ext cx="1885950" cy="418132"/>
          </a:xfrm>
          <a:prstGeom prst="rect">
            <a:avLst/>
          </a:prstGeom>
        </p:spPr>
      </p:pic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9DD962C5-10FA-2E8C-046C-81488D9E95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2" y="834024"/>
            <a:ext cx="8999537" cy="9058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500" b="0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6D06C4AF-DB73-05AD-CF99-6BA84D8F64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001" y="2750037"/>
            <a:ext cx="11557000" cy="433863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400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01</a:t>
            </a:r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D30A2649-2E43-6565-B028-BBD14FC22D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5000" y="819150"/>
            <a:ext cx="4038600" cy="92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26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_Section Title Row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144DBF95-55FB-6EFB-57A6-FE65D5C12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71050" y="381000"/>
            <a:ext cx="1885950" cy="418132"/>
          </a:xfrm>
          <a:prstGeom prst="rect">
            <a:avLst/>
          </a:prstGeom>
        </p:spPr>
      </p:pic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9DD962C5-10FA-2E8C-046C-81488D9E95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512" y="834024"/>
            <a:ext cx="8999537" cy="15637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500" b="0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br>
              <a:rPr lang="it-IT"/>
            </a:br>
            <a:r>
              <a:rPr lang="it-IT" err="1"/>
              <a:t>Row</a:t>
            </a:r>
            <a:r>
              <a:rPr lang="it-IT"/>
              <a:t> 2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6D06C4AF-DB73-05AD-CF99-6BA84D8F64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001" y="2750037"/>
            <a:ext cx="11557000" cy="433863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40000" b="1" i="0">
                <a:ln>
                  <a:solidFill>
                    <a:srgbClr val="B7A9F4"/>
                  </a:solidFill>
                </a:ln>
                <a:noFill/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01</a:t>
            </a:r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D30A2649-2E43-6565-B028-BBD14FC22D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5000" y="1759481"/>
            <a:ext cx="4038600" cy="92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8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bout u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144DBF95-55FB-6EFB-57A6-FE65D5C12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71050" y="381000"/>
            <a:ext cx="1885950" cy="418132"/>
          </a:xfrm>
          <a:prstGeom prst="rect">
            <a:avLst/>
          </a:prstGeom>
        </p:spPr>
      </p:pic>
      <p:sp>
        <p:nvSpPr>
          <p:cNvPr id="2" name="Segnaposto testo 6">
            <a:extLst>
              <a:ext uri="{FF2B5EF4-FFF2-40B4-BE49-F238E27FC236}">
                <a16:creationId xmlns:a16="http://schemas.microsoft.com/office/drawing/2014/main" id="{D1195E5D-C5D9-C399-7047-7C51EF214A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991" y="819150"/>
            <a:ext cx="5383675" cy="6770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About </a:t>
            </a:r>
            <a:r>
              <a:rPr lang="it-IT" err="1"/>
              <a:t>us</a:t>
            </a:r>
            <a:endParaRPr lang="it-IT"/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AFDD963-60DC-76D0-CA8C-D390258866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5000" y="819150"/>
            <a:ext cx="1504950" cy="685800"/>
          </a:xfrm>
          <a:prstGeom prst="rect">
            <a:avLst/>
          </a:prstGeom>
        </p:spPr>
      </p:pic>
      <p:sp>
        <p:nvSpPr>
          <p:cNvPr id="16" name="Segnaposto testo 3">
            <a:extLst>
              <a:ext uri="{FF2B5EF4-FFF2-40B4-BE49-F238E27FC236}">
                <a16:creationId xmlns:a16="http://schemas.microsoft.com/office/drawing/2014/main" id="{0AA3EE7E-979A-583D-F156-E87E0FF197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18" y="2313826"/>
            <a:ext cx="5388149" cy="5394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50" b="0" i="0">
                <a:solidFill>
                  <a:srgbClr val="FFFFFF"/>
                </a:solidFill>
                <a:latin typeface="Work Sans Light" pitchFamily="2" charset="77"/>
              </a:defRPr>
            </a:lvl1pPr>
          </a:lstStyle>
          <a:p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Abstract opera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nelle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27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maggiori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economie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del mondo, con 9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uffici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operativi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di cui 7 in Italia, 1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centro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di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ricerca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in Germania e 1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sede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operativa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negli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Stati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Uniti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</a:t>
            </a:r>
          </a:p>
        </p:txBody>
      </p:sp>
      <p:pic>
        <p:nvPicPr>
          <p:cNvPr id="19" name="Immagine 18" descr="Immagine che contiene Carattere, simbolo, linea, Elementi grafici&#10;&#10;Descrizione generata automaticamente">
            <a:extLst>
              <a:ext uri="{FF2B5EF4-FFF2-40B4-BE49-F238E27FC236}">
                <a16:creationId xmlns:a16="http://schemas.microsoft.com/office/drawing/2014/main" id="{5337AC17-9623-C3FC-6629-2FD4C1F26AC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18996" y="4126725"/>
            <a:ext cx="352211" cy="352211"/>
          </a:xfrm>
          <a:prstGeom prst="rect">
            <a:avLst/>
          </a:prstGeom>
        </p:spPr>
      </p:pic>
      <p:pic>
        <p:nvPicPr>
          <p:cNvPr id="21" name="Immagine 20" descr="Immagine che contiene cerchio, Elementi grafici, simbolo, lampada&#10;&#10;Descrizione generata automaticamente">
            <a:extLst>
              <a:ext uri="{FF2B5EF4-FFF2-40B4-BE49-F238E27FC236}">
                <a16:creationId xmlns:a16="http://schemas.microsoft.com/office/drawing/2014/main" id="{6F4C1F7D-FC4B-F8E9-0D74-5FED7A09F60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18995" y="4882389"/>
            <a:ext cx="352211" cy="352211"/>
          </a:xfrm>
          <a:prstGeom prst="rect">
            <a:avLst/>
          </a:prstGeom>
        </p:spPr>
      </p:pic>
      <p:pic>
        <p:nvPicPr>
          <p:cNvPr id="23" name="Immagine 22" descr="Immagine che contiene simbolo, Carattere, Elementi grafici, cerchio&#10;&#10;Descrizione generata automaticamente">
            <a:extLst>
              <a:ext uri="{FF2B5EF4-FFF2-40B4-BE49-F238E27FC236}">
                <a16:creationId xmlns:a16="http://schemas.microsoft.com/office/drawing/2014/main" id="{F9CF07E1-680D-35B6-AE3A-4577F3E1950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18995" y="3371061"/>
            <a:ext cx="352211" cy="352211"/>
          </a:xfrm>
          <a:prstGeom prst="rect">
            <a:avLst/>
          </a:prstGeom>
        </p:spPr>
      </p:pic>
      <p:pic>
        <p:nvPicPr>
          <p:cNvPr id="25" name="Immagine 24" descr="Immagine che contiene Elementi grafici, lampada, Carattere, nero&#10;&#10;Descrizione generata automaticamente">
            <a:extLst>
              <a:ext uri="{FF2B5EF4-FFF2-40B4-BE49-F238E27FC236}">
                <a16:creationId xmlns:a16="http://schemas.microsoft.com/office/drawing/2014/main" id="{D96B9DD6-E04A-2DF1-FF74-F09B76F57CD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18995" y="5638053"/>
            <a:ext cx="352211" cy="352211"/>
          </a:xfrm>
          <a:prstGeom prst="rect">
            <a:avLst/>
          </a:prstGeom>
        </p:spPr>
      </p:pic>
      <p:sp>
        <p:nvSpPr>
          <p:cNvPr id="27" name="Segnaposto testo 3">
            <a:extLst>
              <a:ext uri="{FF2B5EF4-FFF2-40B4-BE49-F238E27FC236}">
                <a16:creationId xmlns:a16="http://schemas.microsoft.com/office/drawing/2014/main" id="{50D6C153-534E-FA9F-3821-586BB13324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808" y="3414430"/>
            <a:ext cx="4898859" cy="265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50" b="0" i="0">
                <a:solidFill>
                  <a:schemeClr val="bg1"/>
                </a:solidFill>
                <a:latin typeface="Work Sans Light" pitchFamily="2" charset="77"/>
              </a:defRPr>
            </a:lvl1pPr>
          </a:lstStyle>
          <a:p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65M€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Ricavi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egnaposto testo 3">
            <a:extLst>
              <a:ext uri="{FF2B5EF4-FFF2-40B4-BE49-F238E27FC236}">
                <a16:creationId xmlns:a16="http://schemas.microsoft.com/office/drawing/2014/main" id="{39516328-DC87-38E8-A22C-CFF1879034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2808" y="4170094"/>
            <a:ext cx="4898859" cy="265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50" b="0" i="0">
                <a:solidFill>
                  <a:srgbClr val="FFFFFF"/>
                </a:solidFill>
                <a:latin typeface="Work Sans Light" pitchFamily="2" charset="77"/>
              </a:defRPr>
            </a:lvl1pPr>
          </a:lstStyle>
          <a:p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15%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Reinvestito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in R&amp;D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egnaposto testo 3">
            <a:extLst>
              <a:ext uri="{FF2B5EF4-FFF2-40B4-BE49-F238E27FC236}">
                <a16:creationId xmlns:a16="http://schemas.microsoft.com/office/drawing/2014/main" id="{DDEE1330-922B-2F6A-76E7-3402FDA846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808" y="4790929"/>
            <a:ext cx="4898859" cy="5668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50" b="0" i="0">
                <a:solidFill>
                  <a:srgbClr val="FFFFFF"/>
                </a:solidFill>
                <a:latin typeface="Work Sans Light" pitchFamily="2" charset="77"/>
              </a:defRPr>
            </a:lvl1pPr>
          </a:lstStyle>
          <a:p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50+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clienti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principali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in 10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settori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industriali</a:t>
            </a:r>
            <a:endParaRPr lang="en-US" sz="1250">
              <a:latin typeface="Work Sans Regular" pitchFamily="34" charset="0"/>
              <a:ea typeface="Work Sans Regular" pitchFamily="34" charset="-122"/>
              <a:cs typeface="Work Sans Regular" pitchFamily="34" charset="-120"/>
            </a:endParaRPr>
          </a:p>
          <a:p>
            <a:r>
              <a:rPr lang="en-US" sz="1250">
                <a:effectLst/>
                <a:latin typeface="Work Sans Regular" pitchFamily="34" charset="0"/>
              </a:rPr>
              <a:t>20 </a:t>
            </a:r>
            <a:r>
              <a:rPr lang="en-US" sz="1250" err="1">
                <a:effectLst/>
                <a:latin typeface="Work Sans Regular" pitchFamily="34" charset="0"/>
              </a:rPr>
              <a:t>paesi</a:t>
            </a:r>
            <a:r>
              <a:rPr lang="en-US" sz="1250">
                <a:effectLst/>
                <a:latin typeface="Work Sans Regular" pitchFamily="34" charset="0"/>
              </a:rPr>
              <a:t> con </a:t>
            </a:r>
            <a:r>
              <a:rPr lang="en-US" sz="1250" err="1">
                <a:effectLst/>
                <a:latin typeface="Work Sans Regular" pitchFamily="34" charset="0"/>
              </a:rPr>
              <a:t>diversi</a:t>
            </a:r>
            <a:r>
              <a:rPr lang="en-US" sz="1250">
                <a:effectLst/>
                <a:latin typeface="Work Sans Regular" pitchFamily="34" charset="0"/>
              </a:rPr>
              <a:t> </a:t>
            </a:r>
            <a:r>
              <a:rPr lang="en-US" sz="1250" err="1">
                <a:effectLst/>
                <a:latin typeface="Work Sans Regular" pitchFamily="34" charset="0"/>
              </a:rPr>
              <a:t>regolamenti</a:t>
            </a:r>
            <a:r>
              <a:rPr lang="en-US" sz="1250">
                <a:effectLst/>
                <a:latin typeface="Work Sans Regular" pitchFamily="34" charset="0"/>
              </a:rPr>
              <a:t> e </a:t>
            </a:r>
            <a:r>
              <a:rPr lang="en-US" sz="1250" err="1">
                <a:effectLst/>
                <a:latin typeface="Work Sans Regular" pitchFamily="34" charset="0"/>
              </a:rPr>
              <a:t>ambienti</a:t>
            </a:r>
            <a:r>
              <a:rPr lang="en-US" sz="1250">
                <a:effectLst/>
                <a:latin typeface="Work Sans Regular" pitchFamily="34" charset="0"/>
              </a:rPr>
              <a:t> </a:t>
            </a:r>
            <a:r>
              <a:rPr lang="en-US" sz="1250" err="1">
                <a:effectLst/>
                <a:latin typeface="Work Sans Regular" pitchFamily="34" charset="0"/>
              </a:rPr>
              <a:t>culturali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egnaposto testo 3">
            <a:extLst>
              <a:ext uri="{FF2B5EF4-FFF2-40B4-BE49-F238E27FC236}">
                <a16:creationId xmlns:a16="http://schemas.microsoft.com/office/drawing/2014/main" id="{707C62CA-BF50-0692-972D-101634C167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12808" y="5526557"/>
            <a:ext cx="4898859" cy="5668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50" b="0" i="0">
                <a:solidFill>
                  <a:srgbClr val="FFFFFF"/>
                </a:solidFill>
                <a:latin typeface="Work Sans Light" pitchFamily="2" charset="77"/>
              </a:defRPr>
            </a:lvl1pPr>
          </a:lstStyle>
          <a:p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500+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dipendenti</a:t>
            </a:r>
            <a:r>
              <a:rPr lang="en-US" sz="1250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lang="en-US" sz="1250" err="1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diretti</a:t>
            </a:r>
            <a:endParaRPr lang="en-US" sz="1250">
              <a:latin typeface="Work Sans Regular" pitchFamily="34" charset="0"/>
              <a:ea typeface="Work Sans Regular" pitchFamily="34" charset="-122"/>
              <a:cs typeface="Work Sans Regular" pitchFamily="34" charset="-120"/>
            </a:endParaRPr>
          </a:p>
          <a:p>
            <a:r>
              <a:rPr lang="en-US" sz="1250">
                <a:effectLst/>
                <a:latin typeface="Work Sans Regular" pitchFamily="34" charset="0"/>
              </a:rPr>
              <a:t>300+ </a:t>
            </a:r>
            <a:r>
              <a:rPr lang="en-US" sz="1250" err="1">
                <a:effectLst/>
                <a:latin typeface="Work Sans Regular" pitchFamily="34" charset="0"/>
              </a:rPr>
              <a:t>consulenti</a:t>
            </a:r>
            <a:r>
              <a:rPr lang="en-US" sz="1250">
                <a:effectLst/>
                <a:latin typeface="Work Sans Regular" pitchFamily="34" charset="0"/>
              </a:rPr>
              <a:t> </a:t>
            </a:r>
            <a:r>
              <a:rPr lang="en-US" sz="1250" err="1">
                <a:effectLst/>
                <a:latin typeface="Work Sans Regular" pitchFamily="34" charset="0"/>
              </a:rPr>
              <a:t>esterni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schermata&#10;&#10;Descrizione generata automaticamente">
            <a:extLst>
              <a:ext uri="{FF2B5EF4-FFF2-40B4-BE49-F238E27FC236}">
                <a16:creationId xmlns:a16="http://schemas.microsoft.com/office/drawing/2014/main" id="{D216BB74-2861-E196-9CDD-8AE579348E3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626688" y="1723766"/>
            <a:ext cx="5941794" cy="399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3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ur va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68C2E2-8416-9EBB-C32A-D09D0D89F0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5" name="Immagine 4" descr="Immagine che contiene sfocatura, oscurità, viola, spazio&#10;&#10;Descrizione generata automaticamente">
            <a:extLst>
              <a:ext uri="{FF2B5EF4-FFF2-40B4-BE49-F238E27FC236}">
                <a16:creationId xmlns:a16="http://schemas.microsoft.com/office/drawing/2014/main" id="{18C657C0-11A7-5369-CB0E-F37F706157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0926" y="1"/>
            <a:ext cx="6061074" cy="6858000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4B2C990-3EAD-9E91-69A6-FC18279A2B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717800" cy="6858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8B3B7C85-CF89-3CD0-7250-58BB3D7E56F9}"/>
              </a:ext>
            </a:extLst>
          </p:cNvPr>
          <p:cNvSpPr/>
          <p:nvPr userDrawn="1"/>
        </p:nvSpPr>
        <p:spPr>
          <a:xfrm>
            <a:off x="622299" y="819150"/>
            <a:ext cx="4359133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700"/>
              </a:lnSpc>
            </a:pPr>
            <a:r>
              <a:rPr lang="it-IT" sz="4000" noProof="0">
                <a:solidFill>
                  <a:srgbClr val="101010"/>
                </a:solidFill>
                <a:latin typeface="Clash Display Semibold" pitchFamily="34" charset="0"/>
                <a:ea typeface="Clash Display Semibold" pitchFamily="34" charset="-122"/>
                <a:cs typeface="Clash Display Semibold" pitchFamily="34" charset="-120"/>
              </a:rPr>
              <a:t>I nostri valori</a:t>
            </a:r>
            <a:endParaRPr lang="it-IT" sz="4000" noProof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76155C9-AB44-C4EC-A099-7509AB7215A0}"/>
              </a:ext>
            </a:extLst>
          </p:cNvPr>
          <p:cNvSpPr/>
          <p:nvPr userDrawn="1"/>
        </p:nvSpPr>
        <p:spPr>
          <a:xfrm>
            <a:off x="622299" y="2613843"/>
            <a:ext cx="3759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it-IT" sz="1200" b="0" i="0">
                <a:solidFill>
                  <a:schemeClr val="tx1"/>
                </a:solidFill>
                <a:latin typeface="Work Sans Light" pitchFamily="2" charset="77"/>
              </a:rPr>
              <a:t>Migliorare i servizi IT dei nostri Clienti, guidando la loro trasformazione digitale nei momenti di ottimizzazione, innovazione e crescita attraverso il governo dei dati, la revisione dei processi, e lo sfruttamento delle tecnologie. 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8D2C18B-E54D-43A8-4BB7-A4621EEFAEB7}"/>
              </a:ext>
            </a:extLst>
          </p:cNvPr>
          <p:cNvSpPr/>
          <p:nvPr userDrawn="1"/>
        </p:nvSpPr>
        <p:spPr>
          <a:xfrm>
            <a:off x="622299" y="1693093"/>
            <a:ext cx="1722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50"/>
              </a:lnSpc>
            </a:pPr>
            <a:r>
              <a:rPr lang="en-US" sz="3000">
                <a:solidFill>
                  <a:srgbClr val="B7A8F3"/>
                </a:solidFill>
                <a:latin typeface="Clash Display Semibold" pitchFamily="34" charset="0"/>
                <a:ea typeface="Clash Display Semibold" pitchFamily="34" charset="-122"/>
                <a:cs typeface="Clash Display Semibold" pitchFamily="34" charset="-120"/>
              </a:rPr>
              <a:t>Mission</a:t>
            </a:r>
            <a:endParaRPr lang="en-US" sz="3000">
              <a:solidFill>
                <a:srgbClr val="B7A8F3"/>
              </a:solidFill>
            </a:endParaRP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6500CA6F-96C0-5D05-87A8-EA641DB40450}"/>
              </a:ext>
            </a:extLst>
          </p:cNvPr>
          <p:cNvCxnSpPr>
            <a:cxnSpLocks/>
          </p:cNvCxnSpPr>
          <p:nvPr userDrawn="1"/>
        </p:nvCxnSpPr>
        <p:spPr>
          <a:xfrm>
            <a:off x="635055" y="2538161"/>
            <a:ext cx="665368" cy="0"/>
          </a:xfrm>
          <a:prstGeom prst="line">
            <a:avLst/>
          </a:prstGeom>
          <a:ln w="12700">
            <a:solidFill>
              <a:srgbClr val="B7A8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4">
            <a:extLst>
              <a:ext uri="{FF2B5EF4-FFF2-40B4-BE49-F238E27FC236}">
                <a16:creationId xmlns:a16="http://schemas.microsoft.com/office/drawing/2014/main" id="{B3B6E13C-54C1-1F9D-A916-BD86EFE28DE8}"/>
              </a:ext>
            </a:extLst>
          </p:cNvPr>
          <p:cNvSpPr/>
          <p:nvPr userDrawn="1"/>
        </p:nvSpPr>
        <p:spPr>
          <a:xfrm>
            <a:off x="635000" y="3864793"/>
            <a:ext cx="2120900" cy="68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50"/>
              </a:lnSpc>
            </a:pPr>
            <a:r>
              <a:rPr lang="en-US" sz="3000">
                <a:solidFill>
                  <a:srgbClr val="B7A8F3"/>
                </a:solidFill>
                <a:latin typeface="Clash Display Semibold" pitchFamily="34" charset="0"/>
                <a:ea typeface="Clash Display Semibold" pitchFamily="34" charset="-122"/>
                <a:cs typeface="Clash Display Semibold" pitchFamily="34" charset="-120"/>
              </a:rPr>
              <a:t>Vision</a:t>
            </a:r>
            <a:endParaRPr lang="en-US" sz="3000">
              <a:solidFill>
                <a:srgbClr val="B7A8F3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7FAB7553-CEF4-4030-1709-3F072C85B621}"/>
              </a:ext>
            </a:extLst>
          </p:cNvPr>
          <p:cNvSpPr/>
          <p:nvPr userDrawn="1"/>
        </p:nvSpPr>
        <p:spPr>
          <a:xfrm>
            <a:off x="635000" y="4785543"/>
            <a:ext cx="389946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it-IT" sz="1200" b="0" i="0">
                <a:solidFill>
                  <a:schemeClr val="tx1"/>
                </a:solidFill>
                <a:latin typeface="Work Sans Light" pitchFamily="2" charset="77"/>
              </a:rPr>
              <a:t>Continueremo ad essere leader nella realizzazione di soluzioni e servizi innovativi per i Clienti che intendono trasformare le proprie organizzazioni da «product-</a:t>
            </a:r>
            <a:r>
              <a:rPr lang="it-IT" sz="1200" b="0" i="0" err="1">
                <a:solidFill>
                  <a:schemeClr val="tx1"/>
                </a:solidFill>
                <a:latin typeface="Work Sans Light" pitchFamily="2" charset="77"/>
              </a:rPr>
              <a:t>driven</a:t>
            </a:r>
            <a:r>
              <a:rPr lang="it-IT" sz="1200" b="0" i="0">
                <a:solidFill>
                  <a:schemeClr val="tx1"/>
                </a:solidFill>
                <a:latin typeface="Work Sans Light" pitchFamily="2" charset="77"/>
              </a:rPr>
              <a:t>» a «data-customer-</a:t>
            </a:r>
            <a:r>
              <a:rPr lang="it-IT" sz="1200" b="0" i="0" err="1">
                <a:solidFill>
                  <a:schemeClr val="tx1"/>
                </a:solidFill>
                <a:latin typeface="Work Sans Light" pitchFamily="2" charset="77"/>
              </a:rPr>
              <a:t>value</a:t>
            </a:r>
            <a:r>
              <a:rPr lang="it-IT" sz="1200" b="0" i="0">
                <a:solidFill>
                  <a:schemeClr val="tx1"/>
                </a:solidFill>
                <a:latin typeface="Work Sans Light" pitchFamily="2" charset="77"/>
              </a:rPr>
              <a:t> </a:t>
            </a:r>
            <a:r>
              <a:rPr lang="it-IT" sz="1200" b="0" i="0" err="1">
                <a:solidFill>
                  <a:schemeClr val="tx1"/>
                </a:solidFill>
                <a:latin typeface="Work Sans Light" pitchFamily="2" charset="77"/>
              </a:rPr>
              <a:t>driven</a:t>
            </a:r>
            <a:r>
              <a:rPr lang="it-IT" sz="1200" b="0" i="0">
                <a:solidFill>
                  <a:schemeClr val="tx1"/>
                </a:solidFill>
                <a:latin typeface="Work Sans Light" pitchFamily="2" charset="77"/>
              </a:rPr>
              <a:t>».</a:t>
            </a:r>
          </a:p>
        </p:txBody>
      </p: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ED62E992-C4E3-52F3-FF1B-C281CFD35639}"/>
              </a:ext>
            </a:extLst>
          </p:cNvPr>
          <p:cNvCxnSpPr>
            <a:cxnSpLocks/>
          </p:cNvCxnSpPr>
          <p:nvPr userDrawn="1"/>
        </p:nvCxnSpPr>
        <p:spPr>
          <a:xfrm>
            <a:off x="647756" y="4709861"/>
            <a:ext cx="665368" cy="0"/>
          </a:xfrm>
          <a:prstGeom prst="line">
            <a:avLst/>
          </a:prstGeom>
          <a:ln w="12700">
            <a:solidFill>
              <a:srgbClr val="B7A8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4">
            <a:extLst>
              <a:ext uri="{FF2B5EF4-FFF2-40B4-BE49-F238E27FC236}">
                <a16:creationId xmlns:a16="http://schemas.microsoft.com/office/drawing/2014/main" id="{ADE38900-98AE-BA63-3BDE-16DC3766BF86}"/>
              </a:ext>
            </a:extLst>
          </p:cNvPr>
          <p:cNvSpPr/>
          <p:nvPr userDrawn="1"/>
        </p:nvSpPr>
        <p:spPr>
          <a:xfrm>
            <a:off x="6686550" y="1604711"/>
            <a:ext cx="24860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50"/>
              </a:lnSpc>
              <a:buNone/>
            </a:pPr>
            <a:r>
              <a:rPr lang="en-US" sz="3000" b="1">
                <a:solidFill>
                  <a:schemeClr val="bg1"/>
                </a:solidFill>
                <a:latin typeface="Clash Display Semibold" pitchFamily="2" charset="0"/>
                <a:ea typeface="Clash Display Regular" pitchFamily="34" charset="-122"/>
                <a:cs typeface="Clash Display Regular" pitchFamily="34" charset="-120"/>
              </a:rPr>
              <a:t>we are</a:t>
            </a:r>
            <a:endParaRPr lang="en-US" sz="3000" b="1">
              <a:solidFill>
                <a:schemeClr val="bg1"/>
              </a:solidFill>
              <a:latin typeface="Clash Display Semibold" pitchFamily="2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C38490D-8298-D225-EE7B-D35DBAF4DCB7}"/>
              </a:ext>
            </a:extLst>
          </p:cNvPr>
          <p:cNvSpPr/>
          <p:nvPr userDrawn="1"/>
        </p:nvSpPr>
        <p:spPr>
          <a:xfrm>
            <a:off x="6686550" y="2653171"/>
            <a:ext cx="1381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5"/>
              </a:lnSpc>
              <a:buNone/>
            </a:pPr>
            <a:r>
              <a:rPr lang="en-US" sz="1400" noProof="0">
                <a:gradFill>
                  <a:gsLst>
                    <a:gs pos="64000">
                      <a:srgbClr val="B7A8F3"/>
                    </a:gs>
                    <a:gs pos="0">
                      <a:srgbClr val="F2F2F2"/>
                    </a:gs>
                    <a:gs pos="98000">
                      <a:srgbClr val="6667AB"/>
                    </a:gs>
                  </a:gsLst>
                  <a:lin ang="5400000" scaled="1"/>
                </a:gradFill>
                <a:latin typeface="Clash Display Semibold" pitchFamily="34" charset="0"/>
                <a:ea typeface="Clash Display Semibold" pitchFamily="34" charset="-122"/>
                <a:cs typeface="Clash Display Semibold" pitchFamily="34" charset="-120"/>
              </a:rPr>
              <a:t>flexible</a:t>
            </a:r>
            <a:endParaRPr lang="en-US" sz="1400" noProof="0">
              <a:gradFill>
                <a:gsLst>
                  <a:gs pos="64000">
                    <a:srgbClr val="B7A8F3"/>
                  </a:gs>
                  <a:gs pos="0">
                    <a:srgbClr val="F2F2F2"/>
                  </a:gs>
                  <a:gs pos="98000">
                    <a:srgbClr val="6667AB"/>
                  </a:gs>
                </a:gsLst>
                <a:lin ang="5400000" scaled="1"/>
              </a:gradFill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C61FBE0C-B9A5-5E31-3482-1F7521720D78}"/>
              </a:ext>
            </a:extLst>
          </p:cNvPr>
          <p:cNvSpPr/>
          <p:nvPr userDrawn="1"/>
        </p:nvSpPr>
        <p:spPr>
          <a:xfrm>
            <a:off x="6686550" y="3170953"/>
            <a:ext cx="21145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5"/>
              </a:lnSpc>
              <a:buNone/>
            </a:pPr>
            <a:r>
              <a:rPr lang="en-US" sz="1400" noProof="0">
                <a:gradFill>
                  <a:gsLst>
                    <a:gs pos="64000">
                      <a:srgbClr val="B7A8F3"/>
                    </a:gs>
                    <a:gs pos="0">
                      <a:srgbClr val="F2F2F2"/>
                    </a:gs>
                    <a:gs pos="98000">
                      <a:srgbClr val="6667AB"/>
                    </a:gs>
                  </a:gsLst>
                  <a:lin ang="5400000" scaled="1"/>
                </a:gradFill>
                <a:latin typeface="Clash Display Semibold" pitchFamily="34" charset="0"/>
                <a:ea typeface="Clash Display Semibold" pitchFamily="34" charset="-122"/>
                <a:cs typeface="Clash Display Semibold" pitchFamily="34" charset="-120"/>
              </a:rPr>
              <a:t>committed</a:t>
            </a:r>
            <a:endParaRPr lang="en-US" sz="1400" noProof="0">
              <a:gradFill>
                <a:gsLst>
                  <a:gs pos="64000">
                    <a:srgbClr val="B7A8F3"/>
                  </a:gs>
                  <a:gs pos="0">
                    <a:srgbClr val="F2F2F2"/>
                  </a:gs>
                  <a:gs pos="98000">
                    <a:srgbClr val="6667AB"/>
                  </a:gs>
                </a:gsLst>
                <a:lin ang="5400000" scaled="1"/>
              </a:gradFill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3C8237FC-CC9D-1FBB-647F-A8495D556387}"/>
              </a:ext>
            </a:extLst>
          </p:cNvPr>
          <p:cNvSpPr/>
          <p:nvPr userDrawn="1"/>
        </p:nvSpPr>
        <p:spPr>
          <a:xfrm>
            <a:off x="8315325" y="3274495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noProof="0">
                <a:solidFill>
                  <a:schemeClr val="bg1"/>
                </a:solidFill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to stay open-minded.</a:t>
            </a:r>
            <a:endParaRPr lang="en-US" sz="1250" noProof="0">
              <a:solidFill>
                <a:schemeClr val="bg1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CE4EBBA1-55ED-9953-9C3E-E16CBAE12CA1}"/>
              </a:ext>
            </a:extLst>
          </p:cNvPr>
          <p:cNvSpPr/>
          <p:nvPr userDrawn="1"/>
        </p:nvSpPr>
        <p:spPr>
          <a:xfrm>
            <a:off x="6686550" y="3688735"/>
            <a:ext cx="20097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5"/>
              </a:lnSpc>
              <a:buNone/>
            </a:pPr>
            <a:r>
              <a:rPr lang="en-US" sz="1400" noProof="0">
                <a:gradFill>
                  <a:gsLst>
                    <a:gs pos="64000">
                      <a:srgbClr val="B7A8F3"/>
                    </a:gs>
                    <a:gs pos="0">
                      <a:srgbClr val="F2F2F2"/>
                    </a:gs>
                    <a:gs pos="98000">
                      <a:srgbClr val="6667AB"/>
                    </a:gs>
                  </a:gsLst>
                  <a:lin ang="5400000" scaled="1"/>
                </a:gradFill>
                <a:latin typeface="Clash Display Semibold" pitchFamily="34" charset="0"/>
                <a:ea typeface="Clash Display Semibold" pitchFamily="34" charset="-122"/>
                <a:cs typeface="Clash Display Semibold" pitchFamily="34" charset="-120"/>
              </a:rPr>
              <a:t>innovative</a:t>
            </a:r>
            <a:endParaRPr lang="en-US" sz="1400" noProof="0">
              <a:gradFill>
                <a:gsLst>
                  <a:gs pos="64000">
                    <a:srgbClr val="B7A8F3"/>
                  </a:gs>
                  <a:gs pos="0">
                    <a:srgbClr val="F2F2F2"/>
                  </a:gs>
                  <a:gs pos="98000">
                    <a:srgbClr val="6667AB"/>
                  </a:gs>
                </a:gsLst>
                <a:lin ang="5400000" scaled="1"/>
              </a:gradFill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BD8317C6-4C20-68B2-D607-1246F7C7C2CF}"/>
              </a:ext>
            </a:extLst>
          </p:cNvPr>
          <p:cNvSpPr/>
          <p:nvPr userDrawn="1"/>
        </p:nvSpPr>
        <p:spPr>
          <a:xfrm>
            <a:off x="8315325" y="3792277"/>
            <a:ext cx="249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noProof="0">
                <a:solidFill>
                  <a:schemeClr val="bg1"/>
                </a:solidFill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in the way we evolve.</a:t>
            </a:r>
            <a:endParaRPr lang="en-US" sz="1250" noProof="0">
              <a:solidFill>
                <a:schemeClr val="bg1"/>
              </a:solidFill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57AD45D0-C251-31E5-8AF8-547CD1F3F35E}"/>
              </a:ext>
            </a:extLst>
          </p:cNvPr>
          <p:cNvSpPr/>
          <p:nvPr userDrawn="1"/>
        </p:nvSpPr>
        <p:spPr>
          <a:xfrm>
            <a:off x="6686550" y="4206517"/>
            <a:ext cx="20859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5"/>
              </a:lnSpc>
              <a:buNone/>
            </a:pPr>
            <a:r>
              <a:rPr lang="en-US" sz="1400" noProof="0">
                <a:gradFill>
                  <a:gsLst>
                    <a:gs pos="64000">
                      <a:srgbClr val="B7A8F3"/>
                    </a:gs>
                    <a:gs pos="0">
                      <a:srgbClr val="F2F2F2"/>
                    </a:gs>
                    <a:gs pos="98000">
                      <a:srgbClr val="6667AB"/>
                    </a:gs>
                  </a:gsLst>
                  <a:lin ang="5400000" scaled="1"/>
                </a:gradFill>
                <a:latin typeface="Clash Display Semibold" pitchFamily="34" charset="0"/>
                <a:ea typeface="Clash Display Semibold" pitchFamily="34" charset="-122"/>
                <a:cs typeface="Clash Display Semibold" pitchFamily="34" charset="-120"/>
              </a:rPr>
              <a:t>passionate</a:t>
            </a:r>
            <a:endParaRPr lang="en-US" sz="1400" noProof="0">
              <a:gradFill>
                <a:gsLst>
                  <a:gs pos="64000">
                    <a:srgbClr val="B7A8F3"/>
                  </a:gs>
                  <a:gs pos="0">
                    <a:srgbClr val="F2F2F2"/>
                  </a:gs>
                  <a:gs pos="98000">
                    <a:srgbClr val="6667AB"/>
                  </a:gs>
                </a:gsLst>
                <a:lin ang="5400000" scaled="1"/>
              </a:gra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FFB4CDDF-8194-43A1-2D23-42E6E50B3C17}"/>
              </a:ext>
            </a:extLst>
          </p:cNvPr>
          <p:cNvSpPr/>
          <p:nvPr userDrawn="1"/>
        </p:nvSpPr>
        <p:spPr>
          <a:xfrm>
            <a:off x="8315325" y="4310059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noProof="0">
                <a:solidFill>
                  <a:schemeClr val="bg1"/>
                </a:solidFill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towards our people.</a:t>
            </a:r>
            <a:endParaRPr lang="en-US" sz="1250" noProof="0">
              <a:solidFill>
                <a:schemeClr val="bg1"/>
              </a:solidFill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609D575E-A65A-BAE9-98AB-D1EF7DE60973}"/>
              </a:ext>
            </a:extLst>
          </p:cNvPr>
          <p:cNvSpPr/>
          <p:nvPr userDrawn="1"/>
        </p:nvSpPr>
        <p:spPr>
          <a:xfrm>
            <a:off x="6686550" y="4724299"/>
            <a:ext cx="14097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5"/>
              </a:lnSpc>
              <a:buNone/>
            </a:pPr>
            <a:r>
              <a:rPr lang="en-US" sz="1400" noProof="0">
                <a:gradFill>
                  <a:gsLst>
                    <a:gs pos="64000">
                      <a:srgbClr val="B7A8F3"/>
                    </a:gs>
                    <a:gs pos="0">
                      <a:srgbClr val="F2F2F2"/>
                    </a:gs>
                    <a:gs pos="98000">
                      <a:srgbClr val="6667AB"/>
                    </a:gs>
                  </a:gsLst>
                  <a:lin ang="5400000" scaled="1"/>
                </a:gradFill>
                <a:latin typeface="Clash Display Semibold" pitchFamily="34" charset="0"/>
                <a:ea typeface="Clash Display Semibold" pitchFamily="34" charset="-122"/>
                <a:cs typeface="Clash Display Semibold" pitchFamily="34" charset="-120"/>
              </a:rPr>
              <a:t>reliable</a:t>
            </a:r>
            <a:endParaRPr lang="en-US" sz="1400" noProof="0">
              <a:gradFill>
                <a:gsLst>
                  <a:gs pos="64000">
                    <a:srgbClr val="B7A8F3"/>
                  </a:gs>
                  <a:gs pos="0">
                    <a:srgbClr val="F2F2F2"/>
                  </a:gs>
                  <a:gs pos="98000">
                    <a:srgbClr val="6667AB"/>
                  </a:gs>
                </a:gsLst>
                <a:lin ang="5400000" scaled="1"/>
              </a:gradFill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499CE7DD-F5DA-13E1-16B9-E63C3065F43D}"/>
              </a:ext>
            </a:extLst>
          </p:cNvPr>
          <p:cNvSpPr/>
          <p:nvPr userDrawn="1"/>
        </p:nvSpPr>
        <p:spPr>
          <a:xfrm>
            <a:off x="6686550" y="5242080"/>
            <a:ext cx="21812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5"/>
              </a:lnSpc>
              <a:buNone/>
            </a:pPr>
            <a:r>
              <a:rPr lang="en-US" sz="1400" noProof="0">
                <a:gradFill>
                  <a:gsLst>
                    <a:gs pos="64000">
                      <a:srgbClr val="B7A8F3"/>
                    </a:gs>
                    <a:gs pos="0">
                      <a:srgbClr val="F2F2F2"/>
                    </a:gs>
                    <a:gs pos="98000">
                      <a:srgbClr val="6667AB"/>
                    </a:gs>
                  </a:gsLst>
                  <a:lin ang="5400000" scaled="1"/>
                </a:gradFill>
                <a:latin typeface="Clash Display Semibold" pitchFamily="34" charset="0"/>
                <a:ea typeface="Clash Display Semibold" pitchFamily="34" charset="-122"/>
                <a:cs typeface="Clash Display Semibold" pitchFamily="34" charset="-120"/>
              </a:rPr>
              <a:t>sustainable</a:t>
            </a:r>
            <a:endParaRPr lang="en-US" sz="1400" noProof="0">
              <a:gradFill>
                <a:gsLst>
                  <a:gs pos="64000">
                    <a:srgbClr val="B7A8F3"/>
                  </a:gs>
                  <a:gs pos="0">
                    <a:srgbClr val="F2F2F2"/>
                  </a:gs>
                  <a:gs pos="98000">
                    <a:srgbClr val="6667AB"/>
                  </a:gs>
                </a:gsLst>
                <a:lin ang="5400000" scaled="1"/>
              </a:gradFill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B819BFB9-DD95-7FD2-B16F-77CE610B3A4A}"/>
              </a:ext>
            </a:extLst>
          </p:cNvPr>
          <p:cNvSpPr/>
          <p:nvPr userDrawn="1"/>
        </p:nvSpPr>
        <p:spPr>
          <a:xfrm>
            <a:off x="8315325" y="5345622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noProof="0">
                <a:solidFill>
                  <a:schemeClr val="bg1"/>
                </a:solidFill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economically and socially.</a:t>
            </a:r>
            <a:endParaRPr lang="en-US" sz="1250" noProof="0">
              <a:solidFill>
                <a:schemeClr val="bg1"/>
              </a:solidFill>
            </a:endParaRPr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9F5B756C-1566-7B02-AEAD-CACD38766D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71050" y="381000"/>
            <a:ext cx="1885950" cy="418132"/>
          </a:xfrm>
          <a:prstGeom prst="rect">
            <a:avLst/>
          </a:prstGeom>
        </p:spPr>
      </p:pic>
      <p:sp>
        <p:nvSpPr>
          <p:cNvPr id="27" name="Text 8">
            <a:extLst>
              <a:ext uri="{FF2B5EF4-FFF2-40B4-BE49-F238E27FC236}">
                <a16:creationId xmlns:a16="http://schemas.microsoft.com/office/drawing/2014/main" id="{A3AD2E3D-7F4F-350E-F91B-CD4A2CB092E4}"/>
              </a:ext>
            </a:extLst>
          </p:cNvPr>
          <p:cNvSpPr/>
          <p:nvPr userDrawn="1"/>
        </p:nvSpPr>
        <p:spPr>
          <a:xfrm>
            <a:off x="8315323" y="2749560"/>
            <a:ext cx="33602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noProof="0">
                <a:solidFill>
                  <a:schemeClr val="bg1"/>
                </a:solidFill>
                <a:effectLst/>
                <a:latin typeface="Work Sans Medium" pitchFamily="2" charset="77"/>
              </a:rPr>
              <a:t>to our collaborators and partners’ needs.</a:t>
            </a:r>
            <a:endParaRPr lang="en-US" sz="1250" noProof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B7D433A-96FF-0A7E-7646-637926421BD0}"/>
              </a:ext>
            </a:extLst>
          </p:cNvPr>
          <p:cNvSpPr/>
          <p:nvPr userDrawn="1"/>
        </p:nvSpPr>
        <p:spPr>
          <a:xfrm>
            <a:off x="8315324" y="4823895"/>
            <a:ext cx="31559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250" noProof="0">
                <a:solidFill>
                  <a:schemeClr val="bg1"/>
                </a:solidFill>
                <a:effectLst/>
                <a:latin typeface="Work Sans Medium" pitchFamily="2" charset="77"/>
              </a:rPr>
              <a:t>in creating new opportunities to grow.</a:t>
            </a:r>
            <a:endParaRPr lang="en-US" sz="1250" noProof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30" name="Segnaposto piè di pagina 7">
            <a:extLst>
              <a:ext uri="{FF2B5EF4-FFF2-40B4-BE49-F238E27FC236}">
                <a16:creationId xmlns:a16="http://schemas.microsoft.com/office/drawing/2014/main" id="{63AEEE89-1063-CEE2-6140-E8CCDD0232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452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24CAE1B2-98CA-5824-4002-270BE3428F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ADC1FA8-D80B-33A9-C834-53CB7D1C94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2" name="Segnaposto testo 14">
            <a:extLst>
              <a:ext uri="{FF2B5EF4-FFF2-40B4-BE49-F238E27FC236}">
                <a16:creationId xmlns:a16="http://schemas.microsoft.com/office/drawing/2014/main" id="{03600A6A-D666-170F-A2A5-92B7C94169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72" y="815856"/>
            <a:ext cx="913776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Quote</a:t>
            </a:r>
          </a:p>
        </p:txBody>
      </p:sp>
      <p:sp>
        <p:nvSpPr>
          <p:cNvPr id="3" name="Segnaposto testo 20">
            <a:extLst>
              <a:ext uri="{FF2B5EF4-FFF2-40B4-BE49-F238E27FC236}">
                <a16:creationId xmlns:a16="http://schemas.microsoft.com/office/drawing/2014/main" id="{59C17B4C-70DF-09F8-D4CF-BF9DFF9DBD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D22E7D-14C4-573F-8587-B312CB47E0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DB15048-ED0A-6F28-ADFC-18B7CDCFDA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0FD0C91-EB9B-3FA4-793B-4C50E0E58EBB}"/>
              </a:ext>
            </a:extLst>
          </p:cNvPr>
          <p:cNvSpPr txBox="1"/>
          <p:nvPr userDrawn="1"/>
        </p:nvSpPr>
        <p:spPr>
          <a:xfrm>
            <a:off x="1793837" y="1944509"/>
            <a:ext cx="1091966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5000" b="0" i="0">
                <a:solidFill>
                  <a:srgbClr val="B7A9F4"/>
                </a:solidFill>
                <a:effectLst/>
                <a:latin typeface="Work Sans Medium" pitchFamily="2" charset="77"/>
              </a:rPr>
              <a:t>“</a:t>
            </a:r>
            <a:endParaRPr lang="it-IT" sz="15000" b="0" i="0">
              <a:solidFill>
                <a:srgbClr val="B7A9F4"/>
              </a:solidFill>
              <a:latin typeface="Work Sans Medium" pitchFamily="2" charset="77"/>
            </a:endParaRP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9FACACF-D7A2-7E5D-6FC1-FAC86FE809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6550" y="2891432"/>
            <a:ext cx="6087534" cy="164774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>
                <a:latin typeface="Clash Display Medium" pitchFamily="2" charset="0"/>
              </a:defRPr>
            </a:lvl1pPr>
            <a:lvl2pPr marL="457200" indent="0" algn="l">
              <a:buFontTx/>
              <a:buNone/>
              <a:defRPr sz="3500">
                <a:latin typeface="Clash Display" pitchFamily="2" charset="0"/>
              </a:defRPr>
            </a:lvl2pPr>
            <a:lvl3pPr marL="914400" indent="0" algn="l">
              <a:buFontTx/>
              <a:buNone/>
              <a:defRPr sz="3500">
                <a:latin typeface="Clash Display" pitchFamily="2" charset="0"/>
              </a:defRPr>
            </a:lvl3pPr>
            <a:lvl4pPr marL="1371600" indent="0" algn="l">
              <a:buFontTx/>
              <a:buNone/>
              <a:defRPr sz="3500">
                <a:latin typeface="Clash Display" pitchFamily="2" charset="0"/>
              </a:defRPr>
            </a:lvl4pPr>
            <a:lvl5pPr marL="1828800" indent="0" algn="l">
              <a:buFontTx/>
              <a:buNone/>
              <a:defRPr sz="3500">
                <a:latin typeface="Clash Display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Lorem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 </a:t>
            </a: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ipsum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 </a:t>
            </a: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dolor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 </a:t>
            </a: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sit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 </a:t>
            </a: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amet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 </a:t>
            </a: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consectetur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. </a:t>
            </a: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Feugiat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 nunc </a:t>
            </a: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ullamcorper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 </a:t>
            </a: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imperdiet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 </a:t>
            </a:r>
            <a:r>
              <a:rPr kumimoji="0" lang="it-IT" sz="3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elit</a:t>
            </a:r>
            <a:r>
              <a:rPr kumimoji="0" lang="it-IT" sz="3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lash Display Medium" pitchFamily="2" charset="0"/>
                <a:ea typeface="+mn-ea"/>
                <a:cs typeface="+mn-cs"/>
              </a:rPr>
              <a:t>.</a:t>
            </a:r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E5BED924-57FF-8D1A-F113-4890869917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6550" y="4660004"/>
            <a:ext cx="6087534" cy="1505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>
                <a:latin typeface="Work Sans Medium" pitchFamily="2" charset="77"/>
              </a:defRPr>
            </a:lvl1pPr>
            <a:lvl2pPr marL="457200" indent="0">
              <a:buFontTx/>
              <a:buNone/>
              <a:defRPr sz="1000">
                <a:latin typeface="Work Sans Medium" pitchFamily="2" charset="77"/>
              </a:defRPr>
            </a:lvl2pPr>
            <a:lvl3pPr marL="914400" indent="0">
              <a:buFontTx/>
              <a:buNone/>
              <a:defRPr sz="1000">
                <a:latin typeface="Work Sans Medium" pitchFamily="2" charset="77"/>
              </a:defRPr>
            </a:lvl3pPr>
            <a:lvl4pPr marL="1371600" indent="0">
              <a:buFontTx/>
              <a:buNone/>
              <a:defRPr sz="1000">
                <a:latin typeface="Work Sans Medium" pitchFamily="2" charset="77"/>
              </a:defRPr>
            </a:lvl4pPr>
            <a:lvl5pPr marL="1828800" indent="0">
              <a:buFontTx/>
              <a:buNone/>
              <a:defRPr sz="1000">
                <a:latin typeface="Work Sans Medium" pitchFamily="2" charset="77"/>
              </a:defRPr>
            </a:lvl5pPr>
          </a:lstStyle>
          <a:p>
            <a:pPr lvl="0"/>
            <a:r>
              <a:rPr lang="it-IT"/>
              <a:t>Name </a:t>
            </a:r>
            <a:r>
              <a:rPr lang="it-IT" err="1"/>
              <a:t>Surname</a:t>
            </a:r>
            <a:r>
              <a:rPr lang="it-IT"/>
              <a:t>, </a:t>
            </a:r>
            <a:r>
              <a:rPr lang="it-IT" err="1"/>
              <a:t>Role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516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B99C8468-58F9-995D-9685-3EB1214C30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A69107F7-0AF4-46BA-D2BB-D4DDAE8F07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6" name="Segnaposto testo 20">
            <a:extLst>
              <a:ext uri="{FF2B5EF4-FFF2-40B4-BE49-F238E27FC236}">
                <a16:creationId xmlns:a16="http://schemas.microsoft.com/office/drawing/2014/main" id="{4A00D461-F183-376E-5540-EF900B12AC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10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7" name="Segnaposto testo 14">
            <a:extLst>
              <a:ext uri="{FF2B5EF4-FFF2-40B4-BE49-F238E27FC236}">
                <a16:creationId xmlns:a16="http://schemas.microsoft.com/office/drawing/2014/main" id="{F03FB415-EC37-7972-38B5-D54F7C9524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064" y="815856"/>
            <a:ext cx="9043986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8" name="Segnaposto testo 16">
            <a:extLst>
              <a:ext uri="{FF2B5EF4-FFF2-40B4-BE49-F238E27FC236}">
                <a16:creationId xmlns:a16="http://schemas.microsoft.com/office/drawing/2014/main" id="{778A5708-D11F-A682-0ACC-BB6F5CEB171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2710" y="1582198"/>
            <a:ext cx="9043986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96979212-5052-C2EF-4A48-8569D5591F49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3A73F93-2DEC-7820-572C-6502F207FF5F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168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24CAE1B2-98CA-5824-4002-270BE3428F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ADC1FA8-D80B-33A9-C834-53CB7D1C94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E471E8CF-3340-FEEB-60F5-70C1EB37C0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518" y="1582198"/>
            <a:ext cx="9137769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" name="Segnaposto testo 14">
            <a:extLst>
              <a:ext uri="{FF2B5EF4-FFF2-40B4-BE49-F238E27FC236}">
                <a16:creationId xmlns:a16="http://schemas.microsoft.com/office/drawing/2014/main" id="{03600A6A-D666-170F-A2A5-92B7C94169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72" y="815856"/>
            <a:ext cx="913776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testo 20">
            <a:extLst>
              <a:ext uri="{FF2B5EF4-FFF2-40B4-BE49-F238E27FC236}">
                <a16:creationId xmlns:a16="http://schemas.microsoft.com/office/drawing/2014/main" id="{59C17B4C-70DF-09F8-D4CF-BF9DFF9DBD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D22E7D-14C4-573F-8587-B312CB47E0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DB15048-ED0A-6F28-ADFC-18B7CDCFDA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Segnaposto testo 25">
            <a:extLst>
              <a:ext uri="{FF2B5EF4-FFF2-40B4-BE49-F238E27FC236}">
                <a16:creationId xmlns:a16="http://schemas.microsoft.com/office/drawing/2014/main" id="{1176FA1C-EA7F-D110-32D5-44AB5CCE36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079" y="2313826"/>
            <a:ext cx="9147562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6477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_Slide 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24CAE1B2-98CA-5824-4002-270BE3428F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ADC1FA8-D80B-33A9-C834-53CB7D1C94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E471E8CF-3340-FEEB-60F5-70C1EB37C0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518" y="1582198"/>
            <a:ext cx="9137769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" name="Segnaposto testo 14">
            <a:extLst>
              <a:ext uri="{FF2B5EF4-FFF2-40B4-BE49-F238E27FC236}">
                <a16:creationId xmlns:a16="http://schemas.microsoft.com/office/drawing/2014/main" id="{03600A6A-D666-170F-A2A5-92B7C94169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72" y="815856"/>
            <a:ext cx="913776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testo 20">
            <a:extLst>
              <a:ext uri="{FF2B5EF4-FFF2-40B4-BE49-F238E27FC236}">
                <a16:creationId xmlns:a16="http://schemas.microsoft.com/office/drawing/2014/main" id="{59C17B4C-70DF-09F8-D4CF-BF9DFF9DBD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D22E7D-14C4-573F-8587-B312CB47E0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DB15048-ED0A-6F28-ADFC-18B7CDCFDA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25">
            <a:extLst>
              <a:ext uri="{FF2B5EF4-FFF2-40B4-BE49-F238E27FC236}">
                <a16:creationId xmlns:a16="http://schemas.microsoft.com/office/drawing/2014/main" id="{A5CB2518-982A-BFF6-5066-82BEC0057A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079" y="2313826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486341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24CAE1B2-98CA-5824-4002-270BE3428F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ADC1FA8-D80B-33A9-C834-53CB7D1C94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4" name="Segnaposto testo 14">
            <a:extLst>
              <a:ext uri="{FF2B5EF4-FFF2-40B4-BE49-F238E27FC236}">
                <a16:creationId xmlns:a16="http://schemas.microsoft.com/office/drawing/2014/main" id="{6E1604AF-4754-7E45-8106-6E8472BE05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72" y="815856"/>
            <a:ext cx="913776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C05ED8D2-16DE-D6C1-E542-AB8E0EE60B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E11398FD-4965-2BE2-B578-A369F27B37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DA243F48-A80D-DAA1-F0AA-4EC7A199A9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Segnaposto testo 25">
            <a:extLst>
              <a:ext uri="{FF2B5EF4-FFF2-40B4-BE49-F238E27FC236}">
                <a16:creationId xmlns:a16="http://schemas.microsoft.com/office/drawing/2014/main" id="{04471FA4-260C-E986-A453-6BCB57279D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079" y="1805515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2411963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 Title Row2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ADC1FA8-D80B-33A9-C834-53CB7D1C94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3" name="Segnaposto testo 20">
            <a:extLst>
              <a:ext uri="{FF2B5EF4-FFF2-40B4-BE49-F238E27FC236}">
                <a16:creationId xmlns:a16="http://schemas.microsoft.com/office/drawing/2014/main" id="{59C17B4C-70DF-09F8-D4CF-BF9DFF9DBD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D22E7D-14C4-573F-8587-B312CB47E0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DB15048-ED0A-6F28-ADFC-18B7CDCFDA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95DBF0B0-7627-4125-B44C-96037169BC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1324117"/>
            <a:ext cx="2241550" cy="1092200"/>
          </a:xfrm>
          <a:prstGeom prst="rect">
            <a:avLst/>
          </a:prstGeom>
        </p:spPr>
      </p:pic>
      <p:sp>
        <p:nvSpPr>
          <p:cNvPr id="6" name="Segnaposto testo 14">
            <a:extLst>
              <a:ext uri="{FF2B5EF4-FFF2-40B4-BE49-F238E27FC236}">
                <a16:creationId xmlns:a16="http://schemas.microsoft.com/office/drawing/2014/main" id="{4665DD40-C618-B46D-9103-F0195376FF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9921" y="815856"/>
            <a:ext cx="8440868" cy="10811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Slide </a:t>
            </a:r>
            <a:r>
              <a:rPr lang="it-IT" err="1"/>
              <a:t>title</a:t>
            </a:r>
            <a:br>
              <a:rPr lang="it-IT"/>
            </a:br>
            <a:r>
              <a:rPr lang="it-IT"/>
              <a:t>Row2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8D23DF82-77C2-BB9C-AC49-E5786461B8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517" y="2087165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" name="Segnaposto testo 25">
            <a:extLst>
              <a:ext uri="{FF2B5EF4-FFF2-40B4-BE49-F238E27FC236}">
                <a16:creationId xmlns:a16="http://schemas.microsoft.com/office/drawing/2014/main" id="{7D9F06AA-1350-FC2B-E7B7-B60F12EFC2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079" y="2898814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206091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 Title+Subtitle+2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4D59F79-E8F3-4EBE-E2B0-50FF3378D0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5B99392-6233-2620-0CC4-537E89FB61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8" name="Segnaposto testo 14">
            <a:extLst>
              <a:ext uri="{FF2B5EF4-FFF2-40B4-BE49-F238E27FC236}">
                <a16:creationId xmlns:a16="http://schemas.microsoft.com/office/drawing/2014/main" id="{1ECF1915-5D48-A991-C88A-230ADA84F8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71" y="815856"/>
            <a:ext cx="904317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7DF54831-564C-1505-3290-DFA08910E2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517" y="1582198"/>
            <a:ext cx="9043179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10" name="Segnaposto testo 20">
            <a:extLst>
              <a:ext uri="{FF2B5EF4-FFF2-40B4-BE49-F238E27FC236}">
                <a16:creationId xmlns:a16="http://schemas.microsoft.com/office/drawing/2014/main" id="{B775CA63-FC04-1104-5C04-6598D820CA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F4CFE527-8F6D-906A-5A77-C863C7F6A98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183C5C5-2A92-80C9-EC60-D04163A261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2" name="Segnaposto testo 25">
            <a:extLst>
              <a:ext uri="{FF2B5EF4-FFF2-40B4-BE49-F238E27FC236}">
                <a16:creationId xmlns:a16="http://schemas.microsoft.com/office/drawing/2014/main" id="{D3640A0C-F778-2C08-5274-A723CEDB9C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079" y="2313826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13" name="Segnaposto testo 25">
            <a:extLst>
              <a:ext uri="{FF2B5EF4-FFF2-40B4-BE49-F238E27FC236}">
                <a16:creationId xmlns:a16="http://schemas.microsoft.com/office/drawing/2014/main" id="{88B49550-0D9F-3B8F-A95D-9870E8BEB3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99333" y="2313826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33637242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 Title+2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4D59F79-E8F3-4EBE-E2B0-50FF3378D0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5B99392-6233-2620-0CC4-537E89FB61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8" name="Segnaposto testo 14">
            <a:extLst>
              <a:ext uri="{FF2B5EF4-FFF2-40B4-BE49-F238E27FC236}">
                <a16:creationId xmlns:a16="http://schemas.microsoft.com/office/drawing/2014/main" id="{1ECF1915-5D48-A991-C88A-230ADA84F8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71" y="815856"/>
            <a:ext cx="904317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0" name="Segnaposto testo 20">
            <a:extLst>
              <a:ext uri="{FF2B5EF4-FFF2-40B4-BE49-F238E27FC236}">
                <a16:creationId xmlns:a16="http://schemas.microsoft.com/office/drawing/2014/main" id="{B775CA63-FC04-1104-5C04-6598D820CA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15006FC-7285-E2FD-8D46-CEAA3601602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79CB10-7052-4933-D33E-646993FCABA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Segnaposto testo 25">
            <a:extLst>
              <a:ext uri="{FF2B5EF4-FFF2-40B4-BE49-F238E27FC236}">
                <a16:creationId xmlns:a16="http://schemas.microsoft.com/office/drawing/2014/main" id="{514FB4EA-61A0-860A-9895-C550B67A4E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079" y="1806653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11" name="Segnaposto testo 25">
            <a:extLst>
              <a:ext uri="{FF2B5EF4-FFF2-40B4-BE49-F238E27FC236}">
                <a16:creationId xmlns:a16="http://schemas.microsoft.com/office/drawing/2014/main" id="{D76B38F9-2FAE-972F-2069-3DF8E42F63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99333" y="1806653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730692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 Title Row2+Subtitle+2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5B99392-6233-2620-0CC4-537E89FB61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0" name="Segnaposto testo 20">
            <a:extLst>
              <a:ext uri="{FF2B5EF4-FFF2-40B4-BE49-F238E27FC236}">
                <a16:creationId xmlns:a16="http://schemas.microsoft.com/office/drawing/2014/main" id="{B775CA63-FC04-1104-5C04-6598D820CA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F4CFE527-8F6D-906A-5A77-C863C7F6A98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183C5C5-2A92-80C9-EC60-D04163A261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FF218BE4-BD2A-EE80-657F-D31C215A4D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1324117"/>
            <a:ext cx="2241550" cy="1092200"/>
          </a:xfrm>
          <a:prstGeom prst="rect">
            <a:avLst/>
          </a:prstGeom>
        </p:spPr>
      </p:pic>
      <p:sp>
        <p:nvSpPr>
          <p:cNvPr id="12" name="Segnaposto testo 16">
            <a:extLst>
              <a:ext uri="{FF2B5EF4-FFF2-40B4-BE49-F238E27FC236}">
                <a16:creationId xmlns:a16="http://schemas.microsoft.com/office/drawing/2014/main" id="{FC8670B2-0B67-4F22-0F52-55C3FFFA2D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3517" y="2087165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13" name="Segnaposto testo 25">
            <a:extLst>
              <a:ext uri="{FF2B5EF4-FFF2-40B4-BE49-F238E27FC236}">
                <a16:creationId xmlns:a16="http://schemas.microsoft.com/office/drawing/2014/main" id="{664C78BF-58E1-9E22-6CCC-4288828642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079" y="2866388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14" name="Segnaposto testo 25">
            <a:extLst>
              <a:ext uri="{FF2B5EF4-FFF2-40B4-BE49-F238E27FC236}">
                <a16:creationId xmlns:a16="http://schemas.microsoft.com/office/drawing/2014/main" id="{F97BD5D0-25CC-DD4C-4A46-0101B67593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99333" y="2866388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6" name="Segnaposto testo 14">
            <a:extLst>
              <a:ext uri="{FF2B5EF4-FFF2-40B4-BE49-F238E27FC236}">
                <a16:creationId xmlns:a16="http://schemas.microsoft.com/office/drawing/2014/main" id="{15B05B38-2CC1-9398-18DD-A6BEE70590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9921" y="815856"/>
            <a:ext cx="8440868" cy="10811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Slide </a:t>
            </a:r>
            <a:r>
              <a:rPr lang="it-IT" err="1"/>
              <a:t>title</a:t>
            </a:r>
            <a:br>
              <a:rPr lang="it-IT"/>
            </a:br>
            <a:r>
              <a:rPr lang="it-IT"/>
              <a:t>Row2</a:t>
            </a:r>
          </a:p>
        </p:txBody>
      </p:sp>
    </p:spTree>
    <p:extLst>
      <p:ext uri="{BB962C8B-B14F-4D97-AF65-F5344CB8AC3E}">
        <p14:creationId xmlns:p14="http://schemas.microsoft.com/office/powerpoint/2010/main" val="2584501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 Title+Subtitle+3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4D59F79-E8F3-4EBE-E2B0-50FF3378D0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5B99392-6233-2620-0CC4-537E89FB61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7DF54831-564C-1505-3290-DFA08910E2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517" y="1606313"/>
            <a:ext cx="9043179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" name="Segnaposto testo 14">
            <a:extLst>
              <a:ext uri="{FF2B5EF4-FFF2-40B4-BE49-F238E27FC236}">
                <a16:creationId xmlns:a16="http://schemas.microsoft.com/office/drawing/2014/main" id="{75FB6282-F759-BA5B-2B24-9CA93B19F3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71" y="815856"/>
            <a:ext cx="904317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testo 20">
            <a:extLst>
              <a:ext uri="{FF2B5EF4-FFF2-40B4-BE49-F238E27FC236}">
                <a16:creationId xmlns:a16="http://schemas.microsoft.com/office/drawing/2014/main" id="{23F6A07F-51AB-4605-A290-8721271427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3B607F5-F5D8-8DA3-CF3F-1C37C4CA0C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C1766340-4FE9-E8D4-DC72-4072F521D7C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6" name="Segnaposto testo 25">
            <a:extLst>
              <a:ext uri="{FF2B5EF4-FFF2-40B4-BE49-F238E27FC236}">
                <a16:creationId xmlns:a16="http://schemas.microsoft.com/office/drawing/2014/main" id="{119E7DED-89B7-848B-EF3B-DC5BB5F50D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47968" y="2313826"/>
            <a:ext cx="3496063" cy="37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5" name="Segnaposto testo 25">
            <a:extLst>
              <a:ext uri="{FF2B5EF4-FFF2-40B4-BE49-F238E27FC236}">
                <a16:creationId xmlns:a16="http://schemas.microsoft.com/office/drawing/2014/main" id="{0078D39F-CCDA-02D0-A17C-B1A787BDB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079" y="2313826"/>
            <a:ext cx="3496063" cy="37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11" name="Segnaposto testo 25">
            <a:extLst>
              <a:ext uri="{FF2B5EF4-FFF2-40B4-BE49-F238E27FC236}">
                <a16:creationId xmlns:a16="http://schemas.microsoft.com/office/drawing/2014/main" id="{050DBAA4-87CF-4599-C2C2-EA9CAB9AF6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77858" y="2313826"/>
            <a:ext cx="3496063" cy="37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2155114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.1_Slide Title+Subtitle+3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4D59F79-E8F3-4EBE-E2B0-50FF3378D0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5B99392-6233-2620-0CC4-537E89FB61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7DF54831-564C-1505-3290-DFA08910E2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517" y="1606313"/>
            <a:ext cx="9043179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" name="Segnaposto testo 14">
            <a:extLst>
              <a:ext uri="{FF2B5EF4-FFF2-40B4-BE49-F238E27FC236}">
                <a16:creationId xmlns:a16="http://schemas.microsoft.com/office/drawing/2014/main" id="{75FB6282-F759-BA5B-2B24-9CA93B19F3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71" y="815856"/>
            <a:ext cx="904317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testo 20">
            <a:extLst>
              <a:ext uri="{FF2B5EF4-FFF2-40B4-BE49-F238E27FC236}">
                <a16:creationId xmlns:a16="http://schemas.microsoft.com/office/drawing/2014/main" id="{23F6A07F-51AB-4605-A290-8721271427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3B607F5-F5D8-8DA3-CF3F-1C37C4CA0C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C1766340-4FE9-E8D4-DC72-4072F521D7C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6" name="Segnaposto testo 25">
            <a:extLst>
              <a:ext uri="{FF2B5EF4-FFF2-40B4-BE49-F238E27FC236}">
                <a16:creationId xmlns:a16="http://schemas.microsoft.com/office/drawing/2014/main" id="{119E7DED-89B7-848B-EF3B-DC5BB5F50D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47968" y="2313826"/>
            <a:ext cx="3496063" cy="37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8" name="Segnaposto testo 18">
            <a:extLst>
              <a:ext uri="{FF2B5EF4-FFF2-40B4-BE49-F238E27FC236}">
                <a16:creationId xmlns:a16="http://schemas.microsoft.com/office/drawing/2014/main" id="{E70AF404-5830-3915-4337-4F085CB52B57}"/>
              </a:ext>
            </a:extLst>
          </p:cNvPr>
          <p:cNvSpPr txBox="1">
            <a:spLocks/>
          </p:cNvSpPr>
          <p:nvPr userDrawn="1"/>
        </p:nvSpPr>
        <p:spPr>
          <a:xfrm>
            <a:off x="8077859" y="2313826"/>
            <a:ext cx="3496062" cy="3725024"/>
          </a:xfrm>
          <a:prstGeom prst="rect">
            <a:avLst/>
          </a:prstGeom>
          <a:solidFill>
            <a:srgbClr val="E6E6FA"/>
          </a:solidFill>
        </p:spPr>
        <p:txBody>
          <a:bodyPr lIns="180000" rIns="180000" bIns="36000" anchor="b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/>
            </a:pPr>
            <a:endParaRPr lang="it-IT" sz="1200">
              <a:latin typeface="Work Sans Medium" pitchFamily="2" charset="77"/>
            </a:endParaRPr>
          </a:p>
        </p:txBody>
      </p:sp>
      <p:sp>
        <p:nvSpPr>
          <p:cNvPr id="5" name="Segnaposto testo 25">
            <a:extLst>
              <a:ext uri="{FF2B5EF4-FFF2-40B4-BE49-F238E27FC236}">
                <a16:creationId xmlns:a16="http://schemas.microsoft.com/office/drawing/2014/main" id="{0078D39F-CCDA-02D0-A17C-B1A787BDB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079" y="2313826"/>
            <a:ext cx="3496063" cy="37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17" name="Segnaposto testo 10">
            <a:extLst>
              <a:ext uri="{FF2B5EF4-FFF2-40B4-BE49-F238E27FC236}">
                <a16:creationId xmlns:a16="http://schemas.microsoft.com/office/drawing/2014/main" id="{9ACDB291-2F7D-AD9D-0D56-06D90F6E1F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80629" y="5024751"/>
            <a:ext cx="974725" cy="73217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200" b="0" i="0">
                <a:latin typeface="Work Sans Medium" pitchFamily="2" charset="77"/>
              </a:defRPr>
            </a:lvl1pPr>
            <a:lvl2pPr algn="r">
              <a:defRPr sz="1200">
                <a:latin typeface="Work Sans Medium" pitchFamily="2" charset="77"/>
              </a:defRPr>
            </a:lvl2pPr>
            <a:lvl3pPr algn="r">
              <a:defRPr sz="1200">
                <a:latin typeface="Work Sans Medium" pitchFamily="2" charset="77"/>
              </a:defRPr>
            </a:lvl3pPr>
            <a:lvl4pPr algn="r">
              <a:defRPr sz="1200">
                <a:latin typeface="Work Sans Medium" pitchFamily="2" charset="77"/>
              </a:defRPr>
            </a:lvl4pPr>
            <a:lvl5pPr algn="r">
              <a:defRPr sz="1200">
                <a:latin typeface="Work Sans Medium" pitchFamily="2" charset="77"/>
              </a:defRPr>
            </a:lvl5pPr>
          </a:lstStyle>
          <a:p>
            <a:pPr lvl="0"/>
            <a:r>
              <a:rPr lang="it-IT"/>
              <a:t>List</a:t>
            </a:r>
          </a:p>
          <a:p>
            <a:pPr lvl="0"/>
            <a:r>
              <a:rPr lang="it-IT"/>
              <a:t>List</a:t>
            </a:r>
          </a:p>
          <a:p>
            <a:pPr lvl="0"/>
            <a:r>
              <a:rPr lang="it-IT"/>
              <a:t>List</a:t>
            </a:r>
          </a:p>
        </p:txBody>
      </p:sp>
      <p:sp>
        <p:nvSpPr>
          <p:cNvPr id="18" name="Segnaposto testo 10">
            <a:extLst>
              <a:ext uri="{FF2B5EF4-FFF2-40B4-BE49-F238E27FC236}">
                <a16:creationId xmlns:a16="http://schemas.microsoft.com/office/drawing/2014/main" id="{275A0F42-33CB-008B-3687-3436025CEC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80629" y="4573359"/>
            <a:ext cx="974725" cy="1694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1200" b="1" i="0">
                <a:latin typeface="Work Sans Black" pitchFamily="2" charset="77"/>
              </a:defRPr>
            </a:lvl1pPr>
            <a:lvl2pPr algn="r">
              <a:defRPr sz="1200">
                <a:latin typeface="Work Sans Medium" pitchFamily="2" charset="77"/>
              </a:defRPr>
            </a:lvl2pPr>
            <a:lvl3pPr algn="r">
              <a:defRPr sz="1200">
                <a:latin typeface="Work Sans Medium" pitchFamily="2" charset="77"/>
              </a:defRPr>
            </a:lvl3pPr>
            <a:lvl4pPr algn="r">
              <a:defRPr sz="1200">
                <a:latin typeface="Work Sans Medium" pitchFamily="2" charset="77"/>
              </a:defRPr>
            </a:lvl4pPr>
            <a:lvl5pPr algn="r">
              <a:defRPr sz="1200">
                <a:latin typeface="Work Sans Medium" pitchFamily="2" charset="77"/>
              </a:defRPr>
            </a:lvl5pPr>
          </a:lstStyle>
          <a:p>
            <a:pPr lvl="0"/>
            <a:r>
              <a:rPr lang="it-IT"/>
              <a:t>Title:</a:t>
            </a:r>
          </a:p>
        </p:txBody>
      </p:sp>
    </p:spTree>
    <p:extLst>
      <p:ext uri="{BB962C8B-B14F-4D97-AF65-F5344CB8AC3E}">
        <p14:creationId xmlns:p14="http://schemas.microsoft.com/office/powerpoint/2010/main" val="182464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lide Title+3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4D59F79-E8F3-4EBE-E2B0-50FF3378D0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5B99392-6233-2620-0CC4-537E89FB61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2" name="Segnaposto testo 14">
            <a:extLst>
              <a:ext uri="{FF2B5EF4-FFF2-40B4-BE49-F238E27FC236}">
                <a16:creationId xmlns:a16="http://schemas.microsoft.com/office/drawing/2014/main" id="{C8F63C15-0ACB-CED9-C493-D41D7D9CE4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7871" y="815856"/>
            <a:ext cx="904317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testo 20">
            <a:extLst>
              <a:ext uri="{FF2B5EF4-FFF2-40B4-BE49-F238E27FC236}">
                <a16:creationId xmlns:a16="http://schemas.microsoft.com/office/drawing/2014/main" id="{6FDAA0A8-E3BC-5344-3639-9B43655AD6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7073E38-D50E-5E6A-F2F3-A1A21A80AC8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FBCF209-0432-39D0-4000-EE023CF0996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4" name="Segnaposto testo 25">
            <a:extLst>
              <a:ext uri="{FF2B5EF4-FFF2-40B4-BE49-F238E27FC236}">
                <a16:creationId xmlns:a16="http://schemas.microsoft.com/office/drawing/2014/main" id="{8F6C4685-FB24-FDC2-1E75-381A10C407E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47968" y="1795005"/>
            <a:ext cx="3496063" cy="37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15" name="Segnaposto testo 25">
            <a:extLst>
              <a:ext uri="{FF2B5EF4-FFF2-40B4-BE49-F238E27FC236}">
                <a16:creationId xmlns:a16="http://schemas.microsoft.com/office/drawing/2014/main" id="{1A385802-0601-31F3-35E7-AFB1ECB0A6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079" y="1795005"/>
            <a:ext cx="3496063" cy="37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16" name="Segnaposto testo 25">
            <a:extLst>
              <a:ext uri="{FF2B5EF4-FFF2-40B4-BE49-F238E27FC236}">
                <a16:creationId xmlns:a16="http://schemas.microsoft.com/office/drawing/2014/main" id="{CA320E84-99F1-CB17-80C3-B7CFF3A834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77858" y="1795005"/>
            <a:ext cx="3496063" cy="3722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2130314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lide Title Row2+Subtitle+3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5B99392-6233-2620-0CC4-537E89FB61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0" name="Segnaposto testo 20">
            <a:extLst>
              <a:ext uri="{FF2B5EF4-FFF2-40B4-BE49-F238E27FC236}">
                <a16:creationId xmlns:a16="http://schemas.microsoft.com/office/drawing/2014/main" id="{B775CA63-FC04-1104-5C04-6598D820CA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F4CFE527-8F6D-906A-5A77-C863C7F6A98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183C5C5-2A92-80C9-EC60-D04163A261F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FF218BE4-BD2A-EE80-657F-D31C215A4D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1324117"/>
            <a:ext cx="2241550" cy="1092200"/>
          </a:xfrm>
          <a:prstGeom prst="rect">
            <a:avLst/>
          </a:prstGeom>
        </p:spPr>
      </p:pic>
      <p:sp>
        <p:nvSpPr>
          <p:cNvPr id="12" name="Segnaposto testo 16">
            <a:extLst>
              <a:ext uri="{FF2B5EF4-FFF2-40B4-BE49-F238E27FC236}">
                <a16:creationId xmlns:a16="http://schemas.microsoft.com/office/drawing/2014/main" id="{FC8670B2-0B67-4F22-0F52-55C3FFFA2D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3517" y="2087165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6" name="Segnaposto testo 25">
            <a:extLst>
              <a:ext uri="{FF2B5EF4-FFF2-40B4-BE49-F238E27FC236}">
                <a16:creationId xmlns:a16="http://schemas.microsoft.com/office/drawing/2014/main" id="{0B488CBA-0836-05E7-36CF-AC77DA54B9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47968" y="2866388"/>
            <a:ext cx="3496063" cy="31698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8" name="Segnaposto testo 25">
            <a:extLst>
              <a:ext uri="{FF2B5EF4-FFF2-40B4-BE49-F238E27FC236}">
                <a16:creationId xmlns:a16="http://schemas.microsoft.com/office/drawing/2014/main" id="{F16DD490-FF44-15BF-B7E2-87FE605E6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8079" y="2866388"/>
            <a:ext cx="3496063" cy="31698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9" name="Segnaposto testo 25">
            <a:extLst>
              <a:ext uri="{FF2B5EF4-FFF2-40B4-BE49-F238E27FC236}">
                <a16:creationId xmlns:a16="http://schemas.microsoft.com/office/drawing/2014/main" id="{0D04D22A-FE37-E9C9-3934-FB90C92E0B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77858" y="2866388"/>
            <a:ext cx="3496063" cy="31698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11" name="Segnaposto testo 14">
            <a:extLst>
              <a:ext uri="{FF2B5EF4-FFF2-40B4-BE49-F238E27FC236}">
                <a16:creationId xmlns:a16="http://schemas.microsoft.com/office/drawing/2014/main" id="{354F0ABA-2C3E-B1C2-A825-7AA2A0D9B0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9921" y="815856"/>
            <a:ext cx="8440868" cy="10811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Slide </a:t>
            </a:r>
            <a:r>
              <a:rPr lang="it-IT" err="1"/>
              <a:t>title</a:t>
            </a:r>
            <a:br>
              <a:rPr lang="it-IT"/>
            </a:br>
            <a:r>
              <a:rPr lang="it-IT"/>
              <a:t>Row2</a:t>
            </a:r>
          </a:p>
        </p:txBody>
      </p:sp>
    </p:spTree>
    <p:extLst>
      <p:ext uri="{BB962C8B-B14F-4D97-AF65-F5344CB8AC3E}">
        <p14:creationId xmlns:p14="http://schemas.microsoft.com/office/powerpoint/2010/main" val="3238472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D842EBBD-8527-B0C9-B5A9-4F5362F9F1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egnaposto testo 20">
            <a:extLst>
              <a:ext uri="{FF2B5EF4-FFF2-40B4-BE49-F238E27FC236}">
                <a16:creationId xmlns:a16="http://schemas.microsoft.com/office/drawing/2014/main" id="{393BCA9B-3B49-8011-43B1-24A668E58F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EC0D44B-4810-D85C-CCCB-C256A42088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5F8F072-4815-7A5A-2998-F14CCA4A3F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E83E589D-8172-3E60-50FB-5633435C77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2" name="Segnaposto testo 12">
            <a:extLst>
              <a:ext uri="{FF2B5EF4-FFF2-40B4-BE49-F238E27FC236}">
                <a16:creationId xmlns:a16="http://schemas.microsoft.com/office/drawing/2014/main" id="{BCD6F33A-79C8-1B1B-C173-87EEDF2D7E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215" y="5936298"/>
            <a:ext cx="5465785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8838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gnaposto immagine 7">
            <a:extLst>
              <a:ext uri="{FF2B5EF4-FFF2-40B4-BE49-F238E27FC236}">
                <a16:creationId xmlns:a16="http://schemas.microsoft.com/office/drawing/2014/main" id="{5DB1BB13-A0ED-8D14-221C-4A5922516A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000" y="952500"/>
            <a:ext cx="10922000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FF56EB4-0029-40FA-4140-B97B506C0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1" name="Segnaposto testo 20">
            <a:extLst>
              <a:ext uri="{FF2B5EF4-FFF2-40B4-BE49-F238E27FC236}">
                <a16:creationId xmlns:a16="http://schemas.microsoft.com/office/drawing/2014/main" id="{112BE679-4675-79BB-31F7-12DCFBC9F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1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5E01420-4368-02D3-EBEB-BB5478B5B5D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7709A8-3F14-858D-E230-2017176A6E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Segnaposto testo 12">
            <a:extLst>
              <a:ext uri="{FF2B5EF4-FFF2-40B4-BE49-F238E27FC236}">
                <a16:creationId xmlns:a16="http://schemas.microsoft.com/office/drawing/2014/main" id="{912557F0-E7E3-F60C-521C-A04A2E40AD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215" y="5936298"/>
            <a:ext cx="5465785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92563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Image+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gnaposto immagine 7">
            <a:extLst>
              <a:ext uri="{FF2B5EF4-FFF2-40B4-BE49-F238E27FC236}">
                <a16:creationId xmlns:a16="http://schemas.microsoft.com/office/drawing/2014/main" id="{5DB1BB13-A0ED-8D14-221C-4A5922516A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000" y="3619500"/>
            <a:ext cx="109220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Click to insert picture</a:t>
            </a:r>
            <a:endParaRPr lang="it-IT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FF56EB4-0029-40FA-4140-B97B506C0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1" name="Segnaposto testo 20">
            <a:extLst>
              <a:ext uri="{FF2B5EF4-FFF2-40B4-BE49-F238E27FC236}">
                <a16:creationId xmlns:a16="http://schemas.microsoft.com/office/drawing/2014/main" id="{112BE679-4675-79BB-31F7-12DCFBC9F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101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DAB43BF-4C94-A545-7DB2-962EB7F7EF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4" name="Segnaposto testo 14">
            <a:extLst>
              <a:ext uri="{FF2B5EF4-FFF2-40B4-BE49-F238E27FC236}">
                <a16:creationId xmlns:a16="http://schemas.microsoft.com/office/drawing/2014/main" id="{260C3B9A-63E2-BABD-4B73-E7E5BFA3D2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537" y="815856"/>
            <a:ext cx="9030895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5" name="Segnaposto testo 16">
            <a:extLst>
              <a:ext uri="{FF2B5EF4-FFF2-40B4-BE49-F238E27FC236}">
                <a16:creationId xmlns:a16="http://schemas.microsoft.com/office/drawing/2014/main" id="{897AFD1F-A9B9-8D54-09DF-5D83A24A59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183" y="1582198"/>
            <a:ext cx="9030895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29549F2D-D472-A2C8-A370-910515F22C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EE5EC640-8B6E-EA52-4B4B-080F50306B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Segnaposto testo 25">
            <a:extLst>
              <a:ext uri="{FF2B5EF4-FFF2-40B4-BE49-F238E27FC236}">
                <a16:creationId xmlns:a16="http://schemas.microsoft.com/office/drawing/2014/main" id="{EA449CB0-F995-2E0B-C01D-406F7E09A49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079" y="2320364"/>
            <a:ext cx="5400433" cy="918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2" name="Segnaposto testo 12">
            <a:extLst>
              <a:ext uri="{FF2B5EF4-FFF2-40B4-BE49-F238E27FC236}">
                <a16:creationId xmlns:a16="http://schemas.microsoft.com/office/drawing/2014/main" id="{0A66C59A-725E-FCD8-3587-37366B35BB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215" y="5936298"/>
            <a:ext cx="5465785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18025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+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D842EBBD-8527-B0C9-B5A9-4F5362F9F1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362" y="0"/>
            <a:ext cx="5911637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Click to insert picture</a:t>
            </a:r>
            <a:endParaRPr lang="it-IT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A0F137-DD46-E691-7B06-D35E70E68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A5971029-D22D-8B02-02B6-7528A62A34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6395" y="5716701"/>
            <a:ext cx="3876675" cy="28416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B481103D-FE5A-109A-2971-27D60E381D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16" name="Segnaposto testo 20">
            <a:extLst>
              <a:ext uri="{FF2B5EF4-FFF2-40B4-BE49-F238E27FC236}">
                <a16:creationId xmlns:a16="http://schemas.microsoft.com/office/drawing/2014/main" id="{583D4591-FCC3-4D07-9701-B4B8557D4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7" name="Segnaposto testo 14">
            <a:extLst>
              <a:ext uri="{FF2B5EF4-FFF2-40B4-BE49-F238E27FC236}">
                <a16:creationId xmlns:a16="http://schemas.microsoft.com/office/drawing/2014/main" id="{DED4DEE2-22DC-09A0-2178-867243F857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71" y="815856"/>
            <a:ext cx="5378357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8" name="Segnaposto testo 16">
            <a:extLst>
              <a:ext uri="{FF2B5EF4-FFF2-40B4-BE49-F238E27FC236}">
                <a16:creationId xmlns:a16="http://schemas.microsoft.com/office/drawing/2014/main" id="{A2197A4F-B83A-55AE-189C-6FBC6C102D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17" y="1582198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0" name="Segnaposto piè di pagina 19">
            <a:extLst>
              <a:ext uri="{FF2B5EF4-FFF2-40B4-BE49-F238E27FC236}">
                <a16:creationId xmlns:a16="http://schemas.microsoft.com/office/drawing/2014/main" id="{C919BFCF-82A2-48E3-7E1B-FC8484E82F1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5B9DF4EF-797B-969A-8961-B96608AD11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Segnaposto testo 25">
            <a:extLst>
              <a:ext uri="{FF2B5EF4-FFF2-40B4-BE49-F238E27FC236}">
                <a16:creationId xmlns:a16="http://schemas.microsoft.com/office/drawing/2014/main" id="{BB0776B6-006E-F5FA-F7B5-9C7C8449E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3517" y="2313826"/>
            <a:ext cx="5388149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8704586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.1_Image+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gnaposto testo 12">
            <a:extLst>
              <a:ext uri="{FF2B5EF4-FFF2-40B4-BE49-F238E27FC236}">
                <a16:creationId xmlns:a16="http://schemas.microsoft.com/office/drawing/2014/main" id="{6BDDAC36-02A4-BE7B-CE1A-E44BADD78B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2537" y="5716701"/>
            <a:ext cx="3876675" cy="284162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5" name="Segnaposto testo 20">
            <a:extLst>
              <a:ext uri="{FF2B5EF4-FFF2-40B4-BE49-F238E27FC236}">
                <a16:creationId xmlns:a16="http://schemas.microsoft.com/office/drawing/2014/main" id="{1942A612-1F0A-A20C-FE3C-FB9E0F00A2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8941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8" name="Segnaposto testo 14">
            <a:extLst>
              <a:ext uri="{FF2B5EF4-FFF2-40B4-BE49-F238E27FC236}">
                <a16:creationId xmlns:a16="http://schemas.microsoft.com/office/drawing/2014/main" id="{53FD6153-4DDD-D3D2-E6AD-8D1AB5ACA0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3296" y="952486"/>
            <a:ext cx="5292244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46C20FC-44DB-6473-5FBD-9657A8D1C9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5905500" cy="6858000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BF728645-0356-1C44-DA08-AC109B869A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86500" y="952500"/>
            <a:ext cx="2241550" cy="1092200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B1BAD3B9-3B84-87DE-2C11-27C2074499A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790EF0D2-D968-D850-5025-F960F99A17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6137" y="0"/>
            <a:ext cx="5911637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9" name="Segnaposto testo 16">
            <a:extLst>
              <a:ext uri="{FF2B5EF4-FFF2-40B4-BE49-F238E27FC236}">
                <a16:creationId xmlns:a16="http://schemas.microsoft.com/office/drawing/2014/main" id="{ADEEE73E-A63F-52A4-B3F2-75D886A1A0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8942" y="1718828"/>
            <a:ext cx="5296528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B28D1D5-DBEA-F6A9-6304-5FA4A0E1BB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6ECA17-22FB-61AB-A16C-8C48EF766D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" name="Segnaposto testo 25">
            <a:extLst>
              <a:ext uri="{FF2B5EF4-FFF2-40B4-BE49-F238E27FC236}">
                <a16:creationId xmlns:a16="http://schemas.microsoft.com/office/drawing/2014/main" id="{39D1C944-C7E4-CB88-2835-82A0D30801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2537" y="2322325"/>
            <a:ext cx="5292243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37960505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.2_Image+Title Row2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D842EBBD-8527-B0C9-B5A9-4F5362F9F1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362" y="0"/>
            <a:ext cx="5911637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A0F137-DD46-E691-7B06-D35E70E68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A5971029-D22D-8B02-02B6-7528A62A34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6395" y="5716701"/>
            <a:ext cx="3876675" cy="28416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B481103D-FE5A-109A-2971-27D60E381D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1324117"/>
            <a:ext cx="2241550" cy="1092200"/>
          </a:xfrm>
          <a:prstGeom prst="rect">
            <a:avLst/>
          </a:prstGeom>
        </p:spPr>
      </p:pic>
      <p:sp>
        <p:nvSpPr>
          <p:cNvPr id="16" name="Segnaposto testo 20">
            <a:extLst>
              <a:ext uri="{FF2B5EF4-FFF2-40B4-BE49-F238E27FC236}">
                <a16:creationId xmlns:a16="http://schemas.microsoft.com/office/drawing/2014/main" id="{583D4591-FCC3-4D07-9701-B4B8557D4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7" name="Segnaposto testo 14">
            <a:extLst>
              <a:ext uri="{FF2B5EF4-FFF2-40B4-BE49-F238E27FC236}">
                <a16:creationId xmlns:a16="http://schemas.microsoft.com/office/drawing/2014/main" id="{DED4DEE2-22DC-09A0-2178-867243F857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71" y="815856"/>
            <a:ext cx="5378357" cy="10811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Slide </a:t>
            </a:r>
            <a:r>
              <a:rPr lang="it-IT" err="1"/>
              <a:t>title</a:t>
            </a:r>
            <a:br>
              <a:rPr lang="it-IT"/>
            </a:br>
            <a:r>
              <a:rPr lang="it-IT"/>
              <a:t>Row2</a:t>
            </a:r>
          </a:p>
        </p:txBody>
      </p:sp>
      <p:sp>
        <p:nvSpPr>
          <p:cNvPr id="18" name="Segnaposto testo 16">
            <a:extLst>
              <a:ext uri="{FF2B5EF4-FFF2-40B4-BE49-F238E27FC236}">
                <a16:creationId xmlns:a16="http://schemas.microsoft.com/office/drawing/2014/main" id="{A2197A4F-B83A-55AE-189C-6FBC6C102D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17" y="2087165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0" name="Segnaposto piè di pagina 19">
            <a:extLst>
              <a:ext uri="{FF2B5EF4-FFF2-40B4-BE49-F238E27FC236}">
                <a16:creationId xmlns:a16="http://schemas.microsoft.com/office/drawing/2014/main" id="{C919BFCF-82A2-48E3-7E1B-FC8484E82F1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5B9DF4EF-797B-969A-8961-B96608AD11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Segnaposto testo 25">
            <a:extLst>
              <a:ext uri="{FF2B5EF4-FFF2-40B4-BE49-F238E27FC236}">
                <a16:creationId xmlns:a16="http://schemas.microsoft.com/office/drawing/2014/main" id="{CC327347-95A5-3230-ACD7-9DE16ED4F3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921" y="2767450"/>
            <a:ext cx="5388149" cy="219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20226369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.3_Image+Title Row2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gnaposto testo 12">
            <a:extLst>
              <a:ext uri="{FF2B5EF4-FFF2-40B4-BE49-F238E27FC236}">
                <a16:creationId xmlns:a16="http://schemas.microsoft.com/office/drawing/2014/main" id="{6BDDAC36-02A4-BE7B-CE1A-E44BADD78B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2537" y="5716701"/>
            <a:ext cx="3876675" cy="284162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5" name="Segnaposto testo 20">
            <a:extLst>
              <a:ext uri="{FF2B5EF4-FFF2-40B4-BE49-F238E27FC236}">
                <a16:creationId xmlns:a16="http://schemas.microsoft.com/office/drawing/2014/main" id="{1942A612-1F0A-A20C-FE3C-FB9E0F00A2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8941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46C20FC-44DB-6473-5FBD-9657A8D1C9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5905500" cy="6858000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B1BAD3B9-3B84-87DE-2C11-27C2074499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790EF0D2-D968-D850-5025-F960F99A17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6137" y="0"/>
            <a:ext cx="5911637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B28D1D5-DBEA-F6A9-6304-5FA4A0E1BB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6ECA17-22FB-61AB-A16C-8C48EF766DB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90034E25-B0CD-1F6B-52FA-1798AE4530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98821" y="1458592"/>
            <a:ext cx="2241550" cy="1092200"/>
          </a:xfrm>
          <a:prstGeom prst="rect">
            <a:avLst/>
          </a:prstGeom>
        </p:spPr>
      </p:pic>
      <p:sp>
        <p:nvSpPr>
          <p:cNvPr id="6" name="Segnaposto testo 14">
            <a:extLst>
              <a:ext uri="{FF2B5EF4-FFF2-40B4-BE49-F238E27FC236}">
                <a16:creationId xmlns:a16="http://schemas.microsoft.com/office/drawing/2014/main" id="{75BDEDC0-AAA7-8FA0-3573-FF217C4C17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1692" y="950331"/>
            <a:ext cx="5287607" cy="10811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Slide </a:t>
            </a:r>
            <a:r>
              <a:rPr lang="it-IT" err="1"/>
              <a:t>title</a:t>
            </a:r>
            <a:br>
              <a:rPr lang="it-IT"/>
            </a:br>
            <a:r>
              <a:rPr lang="it-IT"/>
              <a:t>Row2</a:t>
            </a:r>
          </a:p>
        </p:txBody>
      </p:sp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C325CB3B-F7BB-7A7F-41DF-D8D377255F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7338" y="2221640"/>
            <a:ext cx="528760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3" name="Segnaposto testo 25">
            <a:extLst>
              <a:ext uri="{FF2B5EF4-FFF2-40B4-BE49-F238E27FC236}">
                <a16:creationId xmlns:a16="http://schemas.microsoft.com/office/drawing/2014/main" id="{910FC7AD-BBE5-6FEF-0030-ADC9C9C425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8941" y="2770496"/>
            <a:ext cx="5285840" cy="25053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36303099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+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D842EBBD-8527-B0C9-B5A9-4F5362F9F1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362" y="952500"/>
            <a:ext cx="5270501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A0F137-DD46-E691-7B06-D35E70E68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0" name="Segnaposto testo 20">
            <a:extLst>
              <a:ext uri="{FF2B5EF4-FFF2-40B4-BE49-F238E27FC236}">
                <a16:creationId xmlns:a16="http://schemas.microsoft.com/office/drawing/2014/main" id="{9B58882C-43EF-2334-07E6-40C037E6C0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A5971029-D22D-8B02-02B6-7528A62A34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25884" y="5621338"/>
            <a:ext cx="3876675" cy="28416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B481103D-FE5A-109A-2971-27D60E381D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11" name="Segnaposto testo 14">
            <a:extLst>
              <a:ext uri="{FF2B5EF4-FFF2-40B4-BE49-F238E27FC236}">
                <a16:creationId xmlns:a16="http://schemas.microsoft.com/office/drawing/2014/main" id="{DA2B948A-FA29-A557-A0A9-13C2E785D3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71" y="815856"/>
            <a:ext cx="5378357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2" name="Segnaposto testo 16">
            <a:extLst>
              <a:ext uri="{FF2B5EF4-FFF2-40B4-BE49-F238E27FC236}">
                <a16:creationId xmlns:a16="http://schemas.microsoft.com/office/drawing/2014/main" id="{37482BCF-E15E-6DD8-F366-8A7720813B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17" y="1582198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9661751-ED86-0CDC-8FB0-9D074089481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78DA88-D119-F5D8-28AB-1C834D0B04E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Segnaposto testo 25">
            <a:extLst>
              <a:ext uri="{FF2B5EF4-FFF2-40B4-BE49-F238E27FC236}">
                <a16:creationId xmlns:a16="http://schemas.microsoft.com/office/drawing/2014/main" id="{27B85C1A-30BC-905E-4933-87160B82C0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620" y="2313826"/>
            <a:ext cx="5388149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6212832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.1_Image+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B1BAD3B9-3B84-87DE-2C11-27C2074499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790EF0D2-D968-D850-5025-F960F99A17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2300" y="952486"/>
            <a:ext cx="5283200" cy="4953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06A4CDE-457B-257D-CED9-32FE81A775F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95F7C1F-4EAF-A1DF-0B24-089B299E2F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Segnaposto testo 20">
            <a:extLst>
              <a:ext uri="{FF2B5EF4-FFF2-40B4-BE49-F238E27FC236}">
                <a16:creationId xmlns:a16="http://schemas.microsoft.com/office/drawing/2014/main" id="{E185B98D-1B4E-DBCF-E2BC-D5C6BB7A3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74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6" name="Segnaposto testo 12">
            <a:extLst>
              <a:ext uri="{FF2B5EF4-FFF2-40B4-BE49-F238E27FC236}">
                <a16:creationId xmlns:a16="http://schemas.microsoft.com/office/drawing/2014/main" id="{D54BAD58-99C5-9154-5F0A-59E060A9D7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2537" y="5621338"/>
            <a:ext cx="3876675" cy="284162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0" name="Segnaposto testo 14">
            <a:extLst>
              <a:ext uri="{FF2B5EF4-FFF2-40B4-BE49-F238E27FC236}">
                <a16:creationId xmlns:a16="http://schemas.microsoft.com/office/drawing/2014/main" id="{B2AFF5C0-5BC6-9F6B-171C-2E0A04A63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3295" y="952486"/>
            <a:ext cx="5282625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1" name="Segnaposto testo 16">
            <a:extLst>
              <a:ext uri="{FF2B5EF4-FFF2-40B4-BE49-F238E27FC236}">
                <a16:creationId xmlns:a16="http://schemas.microsoft.com/office/drawing/2014/main" id="{24E6B3B4-D426-868A-B7BD-4702D71B32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8942" y="1718828"/>
            <a:ext cx="5286902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0BB80DC3-38CA-0E13-367D-DD0A16846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86500" y="952500"/>
            <a:ext cx="2241550" cy="1092200"/>
          </a:xfrm>
          <a:prstGeom prst="rect">
            <a:avLst/>
          </a:prstGeom>
        </p:spPr>
      </p:pic>
      <p:sp>
        <p:nvSpPr>
          <p:cNvPr id="2" name="Segnaposto testo 25">
            <a:extLst>
              <a:ext uri="{FF2B5EF4-FFF2-40B4-BE49-F238E27FC236}">
                <a16:creationId xmlns:a16="http://schemas.microsoft.com/office/drawing/2014/main" id="{EB6A5406-CE83-233F-8ECA-8A275A26DED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2537" y="2313826"/>
            <a:ext cx="5292243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25272422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.2_Image+Title Row2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D842EBBD-8527-B0C9-B5A9-4F5362F9F1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362" y="952500"/>
            <a:ext cx="5270501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A0F137-DD46-E691-7B06-D35E70E68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9661751-ED86-0CDC-8FB0-9D074089481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78DA88-D119-F5D8-28AB-1C834D0B04E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Segnaposto testo 12">
            <a:extLst>
              <a:ext uri="{FF2B5EF4-FFF2-40B4-BE49-F238E27FC236}">
                <a16:creationId xmlns:a16="http://schemas.microsoft.com/office/drawing/2014/main" id="{50710AA9-FCA8-C491-D338-22861D6C49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6395" y="5623889"/>
            <a:ext cx="3876675" cy="28416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2F991AF7-CF24-8498-0682-E873F3FCD2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1324117"/>
            <a:ext cx="2241550" cy="1092200"/>
          </a:xfrm>
          <a:prstGeom prst="rect">
            <a:avLst/>
          </a:prstGeom>
        </p:spPr>
      </p:pic>
      <p:sp>
        <p:nvSpPr>
          <p:cNvPr id="7" name="Segnaposto testo 20">
            <a:extLst>
              <a:ext uri="{FF2B5EF4-FFF2-40B4-BE49-F238E27FC236}">
                <a16:creationId xmlns:a16="http://schemas.microsoft.com/office/drawing/2014/main" id="{1D29E141-F4E8-BF75-FB67-BA2425BA79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F214C48F-8867-CB86-8BE4-E56B1FDC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71" y="815856"/>
            <a:ext cx="5378357" cy="10811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Slide </a:t>
            </a:r>
            <a:r>
              <a:rPr lang="it-IT" err="1"/>
              <a:t>title</a:t>
            </a:r>
            <a:br>
              <a:rPr lang="it-IT"/>
            </a:br>
            <a:r>
              <a:rPr lang="it-IT"/>
              <a:t>Row2</a:t>
            </a:r>
          </a:p>
        </p:txBody>
      </p:sp>
      <p:sp>
        <p:nvSpPr>
          <p:cNvPr id="16" name="Segnaposto testo 16">
            <a:extLst>
              <a:ext uri="{FF2B5EF4-FFF2-40B4-BE49-F238E27FC236}">
                <a16:creationId xmlns:a16="http://schemas.microsoft.com/office/drawing/2014/main" id="{AF19E8AE-F3FB-F3E4-AE0B-1898B1B531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17" y="2087165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" name="Segnaposto testo 25">
            <a:extLst>
              <a:ext uri="{FF2B5EF4-FFF2-40B4-BE49-F238E27FC236}">
                <a16:creationId xmlns:a16="http://schemas.microsoft.com/office/drawing/2014/main" id="{BCA23555-1967-0692-D2E4-63B8748AB6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921" y="2767450"/>
            <a:ext cx="5388149" cy="25053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26335019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.3_Image+Title Row2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B1BAD3B9-3B84-87DE-2C11-27C2074499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790EF0D2-D968-D850-5025-F960F99A17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2300" y="952486"/>
            <a:ext cx="5283200" cy="4953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06A4CDE-457B-257D-CED9-32FE81A775F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95F7C1F-4EAF-A1DF-0B24-089B299E2F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Segnaposto testo 20">
            <a:extLst>
              <a:ext uri="{FF2B5EF4-FFF2-40B4-BE49-F238E27FC236}">
                <a16:creationId xmlns:a16="http://schemas.microsoft.com/office/drawing/2014/main" id="{E185B98D-1B4E-DBCF-E2BC-D5C6BB7A3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74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6" name="Segnaposto testo 12">
            <a:extLst>
              <a:ext uri="{FF2B5EF4-FFF2-40B4-BE49-F238E27FC236}">
                <a16:creationId xmlns:a16="http://schemas.microsoft.com/office/drawing/2014/main" id="{D54BAD58-99C5-9154-5F0A-59E060A9D7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2537" y="5617959"/>
            <a:ext cx="3876675" cy="284162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1C492B78-849F-E499-196B-A2FECE42F3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98821" y="1458592"/>
            <a:ext cx="2241550" cy="1092200"/>
          </a:xfrm>
          <a:prstGeom prst="rect">
            <a:avLst/>
          </a:prstGeom>
        </p:spPr>
      </p:pic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E6E449AD-853F-0809-C73A-DFD910234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1692" y="950331"/>
            <a:ext cx="5282721" cy="10811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Slide </a:t>
            </a:r>
            <a:r>
              <a:rPr lang="it-IT" err="1"/>
              <a:t>title</a:t>
            </a:r>
            <a:br>
              <a:rPr lang="it-IT"/>
            </a:br>
            <a:r>
              <a:rPr lang="it-IT"/>
              <a:t>Row2</a:t>
            </a:r>
          </a:p>
        </p:txBody>
      </p:sp>
      <p:sp>
        <p:nvSpPr>
          <p:cNvPr id="22" name="Segnaposto testo 16">
            <a:extLst>
              <a:ext uri="{FF2B5EF4-FFF2-40B4-BE49-F238E27FC236}">
                <a16:creationId xmlns:a16="http://schemas.microsoft.com/office/drawing/2014/main" id="{A597B61C-9169-D6B5-7B90-B211540858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7338" y="2221640"/>
            <a:ext cx="5282721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7" name="Segnaposto testo 25">
            <a:extLst>
              <a:ext uri="{FF2B5EF4-FFF2-40B4-BE49-F238E27FC236}">
                <a16:creationId xmlns:a16="http://schemas.microsoft.com/office/drawing/2014/main" id="{BF606DCF-9ACC-3748-1959-5DD93622C0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2441" y="2770496"/>
            <a:ext cx="5292339" cy="25053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33321652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Image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A0F137-DD46-E691-7B06-D35E70E68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0" name="Segnaposto testo 20">
            <a:extLst>
              <a:ext uri="{FF2B5EF4-FFF2-40B4-BE49-F238E27FC236}">
                <a16:creationId xmlns:a16="http://schemas.microsoft.com/office/drawing/2014/main" id="{9B58882C-43EF-2334-07E6-40C037E6C0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16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A5971029-D22D-8B02-02B6-7528A62A34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25884" y="5716701"/>
            <a:ext cx="3876675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B481103D-FE5A-109A-2971-27D60E381D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11" name="Segnaposto testo 14">
            <a:extLst>
              <a:ext uri="{FF2B5EF4-FFF2-40B4-BE49-F238E27FC236}">
                <a16:creationId xmlns:a16="http://schemas.microsoft.com/office/drawing/2014/main" id="{DA2B948A-FA29-A557-A0A9-13C2E785D3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70" y="815856"/>
            <a:ext cx="5378357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2" name="Segnaposto testo 16">
            <a:extLst>
              <a:ext uri="{FF2B5EF4-FFF2-40B4-BE49-F238E27FC236}">
                <a16:creationId xmlns:a16="http://schemas.microsoft.com/office/drawing/2014/main" id="{37482BCF-E15E-6DD8-F366-8A7720813B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16" y="1582198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99C558D-A279-9403-3646-884BEB4BA4A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355D5CA7-C132-F1A0-0172-8F9440799B2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Segnaposto testo 25">
            <a:extLst>
              <a:ext uri="{FF2B5EF4-FFF2-40B4-BE49-F238E27FC236}">
                <a16:creationId xmlns:a16="http://schemas.microsoft.com/office/drawing/2014/main" id="{3E2CF39F-476F-3617-6D4C-8AA9E26016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079" y="2320364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8512848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.1_Image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A0F137-DD46-E691-7B06-D35E70E68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0" name="Segnaposto testo 20">
            <a:extLst>
              <a:ext uri="{FF2B5EF4-FFF2-40B4-BE49-F238E27FC236}">
                <a16:creationId xmlns:a16="http://schemas.microsoft.com/office/drawing/2014/main" id="{9B58882C-43EF-2334-07E6-40C037E6C0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16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A5971029-D22D-8B02-02B6-7528A62A34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7662" y="5716701"/>
            <a:ext cx="3876675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B481103D-FE5A-109A-2971-27D60E381D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11" name="Segnaposto testo 14">
            <a:extLst>
              <a:ext uri="{FF2B5EF4-FFF2-40B4-BE49-F238E27FC236}">
                <a16:creationId xmlns:a16="http://schemas.microsoft.com/office/drawing/2014/main" id="{DA2B948A-FA29-A557-A0A9-13C2E785D3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70" y="815856"/>
            <a:ext cx="5378357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2" name="Segnaposto testo 16">
            <a:extLst>
              <a:ext uri="{FF2B5EF4-FFF2-40B4-BE49-F238E27FC236}">
                <a16:creationId xmlns:a16="http://schemas.microsoft.com/office/drawing/2014/main" id="{37482BCF-E15E-6DD8-F366-8A7720813B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16" y="1582198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99C558D-A279-9403-3646-884BEB4BA4A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355D5CA7-C132-F1A0-0172-8F9440799B2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38648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Images2+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immagine 7">
            <a:extLst>
              <a:ext uri="{FF2B5EF4-FFF2-40B4-BE49-F238E27FC236}">
                <a16:creationId xmlns:a16="http://schemas.microsoft.com/office/drawing/2014/main" id="{119644D9-CC47-BA3D-B875-D58AF1A469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80362" y="3632638"/>
            <a:ext cx="5270501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Segnaposto testo 12">
            <a:extLst>
              <a:ext uri="{FF2B5EF4-FFF2-40B4-BE49-F238E27FC236}">
                <a16:creationId xmlns:a16="http://schemas.microsoft.com/office/drawing/2014/main" id="{DC5F3417-8192-A839-D065-B636CD66F4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410" y="5495984"/>
            <a:ext cx="5388150" cy="1822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1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D842EBBD-8527-B0C9-B5A9-4F5362F9F1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0362" y="952500"/>
            <a:ext cx="5270501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A0F137-DD46-E691-7B06-D35E70E68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A5971029-D22D-8B02-02B6-7528A62A34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4410" y="5716701"/>
            <a:ext cx="5388150" cy="181759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2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B481103D-FE5A-109A-2971-27D60E381D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3" name="Segnaposto testo 20">
            <a:extLst>
              <a:ext uri="{FF2B5EF4-FFF2-40B4-BE49-F238E27FC236}">
                <a16:creationId xmlns:a16="http://schemas.microsoft.com/office/drawing/2014/main" id="{88B43111-EE22-CE75-6E57-DF594E1B2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16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4" name="Segnaposto testo 14">
            <a:extLst>
              <a:ext uri="{FF2B5EF4-FFF2-40B4-BE49-F238E27FC236}">
                <a16:creationId xmlns:a16="http://schemas.microsoft.com/office/drawing/2014/main" id="{CB329B2D-E348-6C25-0E1D-8E0A096DF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70" y="815856"/>
            <a:ext cx="5378357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A4407754-45AE-45EA-0E21-322BDB5E81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16" y="1582198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17" name="Segnaposto piè di pagina 16">
            <a:extLst>
              <a:ext uri="{FF2B5EF4-FFF2-40B4-BE49-F238E27FC236}">
                <a16:creationId xmlns:a16="http://schemas.microsoft.com/office/drawing/2014/main" id="{0F21A7E4-4C4D-BA9A-B683-DBABC42CB08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9" name="Segnaposto numero diapositiva 18">
            <a:extLst>
              <a:ext uri="{FF2B5EF4-FFF2-40B4-BE49-F238E27FC236}">
                <a16:creationId xmlns:a16="http://schemas.microsoft.com/office/drawing/2014/main" id="{DCBF2CD2-28AA-487C-ADE4-6D84AE9E5C3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6" name="Segnaposto testo 25">
            <a:extLst>
              <a:ext uri="{FF2B5EF4-FFF2-40B4-BE49-F238E27FC236}">
                <a16:creationId xmlns:a16="http://schemas.microsoft.com/office/drawing/2014/main" id="{A5F66028-9CE8-97E1-A725-C4C8304BC9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079" y="2320364"/>
            <a:ext cx="5374590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7537759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.1_Images2+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immagine 7">
            <a:extLst>
              <a:ext uri="{FF2B5EF4-FFF2-40B4-BE49-F238E27FC236}">
                <a16:creationId xmlns:a16="http://schemas.microsoft.com/office/drawing/2014/main" id="{119644D9-CC47-BA3D-B875-D58AF1A469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7700" y="3632638"/>
            <a:ext cx="5270501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D842EBBD-8527-B0C9-B5A9-4F5362F9F1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700" y="952500"/>
            <a:ext cx="5270501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A0F137-DD46-E691-7B06-D35E70E68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3" name="Segnaposto testo 12">
            <a:extLst>
              <a:ext uri="{FF2B5EF4-FFF2-40B4-BE49-F238E27FC236}">
                <a16:creationId xmlns:a16="http://schemas.microsoft.com/office/drawing/2014/main" id="{A6B2F597-CC02-541B-688C-F30C03498D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2537" y="5634476"/>
            <a:ext cx="3876675" cy="284162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5" name="Segnaposto testo 20">
            <a:extLst>
              <a:ext uri="{FF2B5EF4-FFF2-40B4-BE49-F238E27FC236}">
                <a16:creationId xmlns:a16="http://schemas.microsoft.com/office/drawing/2014/main" id="{EEB5202E-B1EE-CAE1-CA93-6EBF0090E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74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9" name="Segnaposto piè di pagina 18">
            <a:extLst>
              <a:ext uri="{FF2B5EF4-FFF2-40B4-BE49-F238E27FC236}">
                <a16:creationId xmlns:a16="http://schemas.microsoft.com/office/drawing/2014/main" id="{ACDF315A-F5E0-086A-4D3E-3FA9131104F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D5DCAE4F-3208-AD72-6F4B-E7D5CAFCEF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6" name="Segnaposto testo 14">
            <a:extLst>
              <a:ext uri="{FF2B5EF4-FFF2-40B4-BE49-F238E27FC236}">
                <a16:creationId xmlns:a16="http://schemas.microsoft.com/office/drawing/2014/main" id="{59DB174C-838A-2C5E-2B3C-A37D42318E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3295" y="952486"/>
            <a:ext cx="5378357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7" name="Segnaposto testo 16">
            <a:extLst>
              <a:ext uri="{FF2B5EF4-FFF2-40B4-BE49-F238E27FC236}">
                <a16:creationId xmlns:a16="http://schemas.microsoft.com/office/drawing/2014/main" id="{EB1E3781-D58E-2380-424F-B29C58C833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8941" y="1718828"/>
            <a:ext cx="5382711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FD063ED4-DAEE-7E70-CAB9-D43CEC4A8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86500" y="952500"/>
            <a:ext cx="2241550" cy="1092200"/>
          </a:xfrm>
          <a:prstGeom prst="rect">
            <a:avLst/>
          </a:prstGeom>
        </p:spPr>
      </p:pic>
      <p:sp>
        <p:nvSpPr>
          <p:cNvPr id="2" name="Segnaposto testo 25">
            <a:extLst>
              <a:ext uri="{FF2B5EF4-FFF2-40B4-BE49-F238E27FC236}">
                <a16:creationId xmlns:a16="http://schemas.microsoft.com/office/drawing/2014/main" id="{9D4D005C-6E88-F0A7-FC00-8FDDCC2372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503" y="2312752"/>
            <a:ext cx="5388149" cy="2961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30141511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.2_Images2+Title Row2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immagine 7">
            <a:extLst>
              <a:ext uri="{FF2B5EF4-FFF2-40B4-BE49-F238E27FC236}">
                <a16:creationId xmlns:a16="http://schemas.microsoft.com/office/drawing/2014/main" id="{119644D9-CC47-BA3D-B875-D58AF1A469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7700" y="3632638"/>
            <a:ext cx="5270501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D842EBBD-8527-B0C9-B5A9-4F5362F9F1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700" y="952500"/>
            <a:ext cx="5270501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5A0F137-DD46-E691-7B06-D35E70E68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3" name="Segnaposto testo 12">
            <a:extLst>
              <a:ext uri="{FF2B5EF4-FFF2-40B4-BE49-F238E27FC236}">
                <a16:creationId xmlns:a16="http://schemas.microsoft.com/office/drawing/2014/main" id="{A6B2F597-CC02-541B-688C-F30C03498D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2537" y="5634476"/>
            <a:ext cx="3876675" cy="284162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5" name="Segnaposto testo 20">
            <a:extLst>
              <a:ext uri="{FF2B5EF4-FFF2-40B4-BE49-F238E27FC236}">
                <a16:creationId xmlns:a16="http://schemas.microsoft.com/office/drawing/2014/main" id="{EEB5202E-B1EE-CAE1-CA93-6EBF0090E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74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9" name="Segnaposto piè di pagina 18">
            <a:extLst>
              <a:ext uri="{FF2B5EF4-FFF2-40B4-BE49-F238E27FC236}">
                <a16:creationId xmlns:a16="http://schemas.microsoft.com/office/drawing/2014/main" id="{ACDF315A-F5E0-086A-4D3E-3FA9131104F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D5DCAE4F-3208-AD72-6F4B-E7D5CAFCEF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A26BFF28-A1E5-2F01-C230-C84C144513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298821" y="1458592"/>
            <a:ext cx="2241550" cy="1092200"/>
          </a:xfrm>
          <a:prstGeom prst="rect">
            <a:avLst/>
          </a:prstGeom>
        </p:spPr>
      </p:pic>
      <p:sp>
        <p:nvSpPr>
          <p:cNvPr id="22" name="Segnaposto testo 14">
            <a:extLst>
              <a:ext uri="{FF2B5EF4-FFF2-40B4-BE49-F238E27FC236}">
                <a16:creationId xmlns:a16="http://schemas.microsoft.com/office/drawing/2014/main" id="{D983FD93-3CC1-2F37-8680-6EB43804A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1692" y="950331"/>
            <a:ext cx="5378357" cy="10811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Slide </a:t>
            </a:r>
            <a:r>
              <a:rPr lang="it-IT" err="1"/>
              <a:t>title</a:t>
            </a:r>
            <a:br>
              <a:rPr lang="it-IT"/>
            </a:br>
            <a:r>
              <a:rPr lang="it-IT"/>
              <a:t>Row2</a:t>
            </a:r>
          </a:p>
        </p:txBody>
      </p:sp>
      <p:sp>
        <p:nvSpPr>
          <p:cNvPr id="23" name="Segnaposto testo 16">
            <a:extLst>
              <a:ext uri="{FF2B5EF4-FFF2-40B4-BE49-F238E27FC236}">
                <a16:creationId xmlns:a16="http://schemas.microsoft.com/office/drawing/2014/main" id="{58779C35-9960-D4FC-AB96-C4A8EF689C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7338" y="2221640"/>
            <a:ext cx="5378357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" name="Segnaposto testo 25">
            <a:extLst>
              <a:ext uri="{FF2B5EF4-FFF2-40B4-BE49-F238E27FC236}">
                <a16:creationId xmlns:a16="http://schemas.microsoft.com/office/drawing/2014/main" id="{18F8DB7A-EF53-DBBB-9870-3308780EEB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77546" y="2770496"/>
            <a:ext cx="5388149" cy="25053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22481747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.3_Images2+Title+Sub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immagine 7">
            <a:extLst>
              <a:ext uri="{FF2B5EF4-FFF2-40B4-BE49-F238E27FC236}">
                <a16:creationId xmlns:a16="http://schemas.microsoft.com/office/drawing/2014/main" id="{81C1D5A4-128E-7979-4BFB-3C0199CD5F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71526" y="3619500"/>
            <a:ext cx="52705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Segnaposto immagine 7">
            <a:extLst>
              <a:ext uri="{FF2B5EF4-FFF2-40B4-BE49-F238E27FC236}">
                <a16:creationId xmlns:a16="http://schemas.microsoft.com/office/drawing/2014/main" id="{5DB1BB13-A0ED-8D14-221C-4A5922516A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000" y="3619500"/>
            <a:ext cx="52705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FF56EB4-0029-40FA-4140-B97B506C0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1" name="Segnaposto testo 20">
            <a:extLst>
              <a:ext uri="{FF2B5EF4-FFF2-40B4-BE49-F238E27FC236}">
                <a16:creationId xmlns:a16="http://schemas.microsoft.com/office/drawing/2014/main" id="{112BE679-4675-79BB-31F7-12DCFBC9F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10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FDAE019A-76B9-D738-FA2C-6986CAC78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6" name="Segnaposto testo 14">
            <a:extLst>
              <a:ext uri="{FF2B5EF4-FFF2-40B4-BE49-F238E27FC236}">
                <a16:creationId xmlns:a16="http://schemas.microsoft.com/office/drawing/2014/main" id="{B58C332F-205E-6453-EB45-F2C6CC7051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4" y="815856"/>
            <a:ext cx="9043986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60D35E4E-E147-12E0-537A-197214AB9B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710" y="1582198"/>
            <a:ext cx="9043986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1F5448C1-5E97-D93E-4E65-2F8D0D15405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0CF2F68-D826-1A83-41C8-1F4228406B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13" name="Segnaposto testo 25">
            <a:extLst>
              <a:ext uri="{FF2B5EF4-FFF2-40B4-BE49-F238E27FC236}">
                <a16:creationId xmlns:a16="http://schemas.microsoft.com/office/drawing/2014/main" id="{5C880456-37DB-B9DA-8E7B-3441F10B5B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079" y="2320364"/>
            <a:ext cx="5400433" cy="918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  <p:sp>
        <p:nvSpPr>
          <p:cNvPr id="8" name="Segnaposto testo 12">
            <a:extLst>
              <a:ext uri="{FF2B5EF4-FFF2-40B4-BE49-F238E27FC236}">
                <a16:creationId xmlns:a16="http://schemas.microsoft.com/office/drawing/2014/main" id="{67D8DC95-30EB-DCC6-065F-29100E250A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215" y="5936298"/>
            <a:ext cx="5270501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9" name="Segnaposto testo 12">
            <a:extLst>
              <a:ext uri="{FF2B5EF4-FFF2-40B4-BE49-F238E27FC236}">
                <a16:creationId xmlns:a16="http://schemas.microsoft.com/office/drawing/2014/main" id="{69B51EF4-137B-1205-2503-74DEC3C99D5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71527" y="5936298"/>
            <a:ext cx="5285474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0164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immagine 7">
            <a:extLst>
              <a:ext uri="{FF2B5EF4-FFF2-40B4-BE49-F238E27FC236}">
                <a16:creationId xmlns:a16="http://schemas.microsoft.com/office/drawing/2014/main" id="{81C1D5A4-128E-7979-4BFB-3C0199CD5F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71526" y="952500"/>
            <a:ext cx="5270500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picture</a:t>
            </a:r>
            <a:endParaRPr lang="it-IT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Segnaposto immagine 7">
            <a:extLst>
              <a:ext uri="{FF2B5EF4-FFF2-40B4-BE49-F238E27FC236}">
                <a16:creationId xmlns:a16="http://schemas.microsoft.com/office/drawing/2014/main" id="{5DB1BB13-A0ED-8D14-221C-4A5922516A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000" y="952500"/>
            <a:ext cx="5270500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picture</a:t>
            </a:r>
            <a:endParaRPr lang="it-IT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FF56EB4-0029-40FA-4140-B97B506C0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1" name="Segnaposto testo 20">
            <a:extLst>
              <a:ext uri="{FF2B5EF4-FFF2-40B4-BE49-F238E27FC236}">
                <a16:creationId xmlns:a16="http://schemas.microsoft.com/office/drawing/2014/main" id="{112BE679-4675-79BB-31F7-12DCFBC9F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582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193DD719-16D4-ADFC-C130-2635D763E49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728676C-3355-04B3-937E-8E3589FCDAF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4" name="Segnaposto testo 12">
            <a:extLst>
              <a:ext uri="{FF2B5EF4-FFF2-40B4-BE49-F238E27FC236}">
                <a16:creationId xmlns:a16="http://schemas.microsoft.com/office/drawing/2014/main" id="{88C4DFFC-920E-76D1-77F1-59171BB98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215" y="5936298"/>
            <a:ext cx="5270501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6" name="Segnaposto testo 12">
            <a:extLst>
              <a:ext uri="{FF2B5EF4-FFF2-40B4-BE49-F238E27FC236}">
                <a16:creationId xmlns:a16="http://schemas.microsoft.com/office/drawing/2014/main" id="{F4AFE5D1-4B04-60FB-A6F6-D06A113D349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71527" y="5936298"/>
            <a:ext cx="5285474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31141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.1_Imag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immagine 7">
            <a:extLst>
              <a:ext uri="{FF2B5EF4-FFF2-40B4-BE49-F238E27FC236}">
                <a16:creationId xmlns:a16="http://schemas.microsoft.com/office/drawing/2014/main" id="{5385DF4F-B33F-D599-C845-19DB778F0A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82212" y="952500"/>
            <a:ext cx="3384550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 algn="ctr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Segnaposto immagine 7">
            <a:extLst>
              <a:ext uri="{FF2B5EF4-FFF2-40B4-BE49-F238E27FC236}">
                <a16:creationId xmlns:a16="http://schemas.microsoft.com/office/drawing/2014/main" id="{5DB1BB13-A0ED-8D14-221C-4A5922516A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000" y="952500"/>
            <a:ext cx="7151332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 algn="ctr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FF56EB4-0029-40FA-4140-B97B506C0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2" name="Segnaposto testo 20">
            <a:extLst>
              <a:ext uri="{FF2B5EF4-FFF2-40B4-BE49-F238E27FC236}">
                <a16:creationId xmlns:a16="http://schemas.microsoft.com/office/drawing/2014/main" id="{29EA7983-9A39-B60D-2BC3-3C1C2C1B7A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10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683AF94-ADA1-2CCA-40B4-EA612DEF41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85F400-A79B-671F-DEF2-BD1308F5C45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Segnaposto testo 12">
            <a:extLst>
              <a:ext uri="{FF2B5EF4-FFF2-40B4-BE49-F238E27FC236}">
                <a16:creationId xmlns:a16="http://schemas.microsoft.com/office/drawing/2014/main" id="{9A8A242E-73AE-348E-6318-79F10467F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215" y="5936298"/>
            <a:ext cx="7151332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6" name="Segnaposto testo 12">
            <a:extLst>
              <a:ext uri="{FF2B5EF4-FFF2-40B4-BE49-F238E27FC236}">
                <a16:creationId xmlns:a16="http://schemas.microsoft.com/office/drawing/2014/main" id="{241BD9F1-DD70-C9F9-45FC-A967729543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82211" y="5936298"/>
            <a:ext cx="3374789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50780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Image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immagine 7">
            <a:extLst>
              <a:ext uri="{FF2B5EF4-FFF2-40B4-BE49-F238E27FC236}">
                <a16:creationId xmlns:a16="http://schemas.microsoft.com/office/drawing/2014/main" id="{5385DF4F-B33F-D599-C845-19DB778F0A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82212" y="952500"/>
            <a:ext cx="3384550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14A13CA3-110D-4483-012D-56FC5CF973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01782" y="952500"/>
            <a:ext cx="3384550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Segnaposto immagine 7">
            <a:extLst>
              <a:ext uri="{FF2B5EF4-FFF2-40B4-BE49-F238E27FC236}">
                <a16:creationId xmlns:a16="http://schemas.microsoft.com/office/drawing/2014/main" id="{5DB1BB13-A0ED-8D14-221C-4A5922516A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000" y="952500"/>
            <a:ext cx="3384550" cy="495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FF56EB4-0029-40FA-4140-B97B506C0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2" name="Segnaposto testo 12">
            <a:extLst>
              <a:ext uri="{FF2B5EF4-FFF2-40B4-BE49-F238E27FC236}">
                <a16:creationId xmlns:a16="http://schemas.microsoft.com/office/drawing/2014/main" id="{D97958CA-C26A-C01F-CE08-2366565CC9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000" y="5936298"/>
            <a:ext cx="3384550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6" name="Segnaposto testo 12">
            <a:extLst>
              <a:ext uri="{FF2B5EF4-FFF2-40B4-BE49-F238E27FC236}">
                <a16:creationId xmlns:a16="http://schemas.microsoft.com/office/drawing/2014/main" id="{51FABE90-A277-F689-9613-179EC1B1D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82213" y="5936298"/>
            <a:ext cx="3384550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8" name="Segnaposto testo 12">
            <a:extLst>
              <a:ext uri="{FF2B5EF4-FFF2-40B4-BE49-F238E27FC236}">
                <a16:creationId xmlns:a16="http://schemas.microsoft.com/office/drawing/2014/main" id="{26814EED-BE49-908B-7245-6A67B77976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1783" y="5936298"/>
            <a:ext cx="3384549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2" name="Segnaposto testo 20">
            <a:extLst>
              <a:ext uri="{FF2B5EF4-FFF2-40B4-BE49-F238E27FC236}">
                <a16:creationId xmlns:a16="http://schemas.microsoft.com/office/drawing/2014/main" id="{29EA7983-9A39-B60D-2BC3-3C1C2C1B7A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10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683AF94-ADA1-2CCA-40B4-EA612DEF41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85F400-A79B-671F-DEF2-BD1308F5C45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32313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+Subtitle+Image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immagine 7">
            <a:extLst>
              <a:ext uri="{FF2B5EF4-FFF2-40B4-BE49-F238E27FC236}">
                <a16:creationId xmlns:a16="http://schemas.microsoft.com/office/drawing/2014/main" id="{5385DF4F-B33F-D599-C845-19DB778F0A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82212" y="3619498"/>
            <a:ext cx="3384550" cy="22860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14A13CA3-110D-4483-012D-56FC5CF973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01782" y="3619498"/>
            <a:ext cx="3384550" cy="2286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Segnaposto immagine 7">
            <a:extLst>
              <a:ext uri="{FF2B5EF4-FFF2-40B4-BE49-F238E27FC236}">
                <a16:creationId xmlns:a16="http://schemas.microsoft.com/office/drawing/2014/main" id="{5DB1BB13-A0ED-8D14-221C-4A5922516A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000" y="3619500"/>
            <a:ext cx="338455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FF56EB4-0029-40FA-4140-B97B506C0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2" name="Segnaposto testo 12">
            <a:extLst>
              <a:ext uri="{FF2B5EF4-FFF2-40B4-BE49-F238E27FC236}">
                <a16:creationId xmlns:a16="http://schemas.microsoft.com/office/drawing/2014/main" id="{D97958CA-C26A-C01F-CE08-2366565CC9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000" y="5936298"/>
            <a:ext cx="3384550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6" name="Segnaposto testo 12">
            <a:extLst>
              <a:ext uri="{FF2B5EF4-FFF2-40B4-BE49-F238E27FC236}">
                <a16:creationId xmlns:a16="http://schemas.microsoft.com/office/drawing/2014/main" id="{51FABE90-A277-F689-9613-179EC1B1D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82213" y="5936298"/>
            <a:ext cx="3392568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8" name="Segnaposto testo 12">
            <a:extLst>
              <a:ext uri="{FF2B5EF4-FFF2-40B4-BE49-F238E27FC236}">
                <a16:creationId xmlns:a16="http://schemas.microsoft.com/office/drawing/2014/main" id="{26814EED-BE49-908B-7245-6A67B77976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93764" y="5936298"/>
            <a:ext cx="3392568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0ED812E-9C2F-FD3D-5FB8-309506C336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20" name="Segnaposto piè di pagina 19">
            <a:extLst>
              <a:ext uri="{FF2B5EF4-FFF2-40B4-BE49-F238E27FC236}">
                <a16:creationId xmlns:a16="http://schemas.microsoft.com/office/drawing/2014/main" id="{5FD2BDB6-6173-69A8-5AD0-5FB9CF7DA8E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8B061E04-4883-DDFA-73F6-B39AA2E0690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22" name="Segnaposto testo 20">
            <a:extLst>
              <a:ext uri="{FF2B5EF4-FFF2-40B4-BE49-F238E27FC236}">
                <a16:creationId xmlns:a16="http://schemas.microsoft.com/office/drawing/2014/main" id="{D0ADEF50-EFD2-10BF-F0BA-2DD0CC1445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10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3" name="Segnaposto testo 14">
            <a:extLst>
              <a:ext uri="{FF2B5EF4-FFF2-40B4-BE49-F238E27FC236}">
                <a16:creationId xmlns:a16="http://schemas.microsoft.com/office/drawing/2014/main" id="{62A607F6-50A0-84D3-2B82-6A5F6F13F1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064" y="815856"/>
            <a:ext cx="9043986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4" name="Segnaposto testo 16">
            <a:extLst>
              <a:ext uri="{FF2B5EF4-FFF2-40B4-BE49-F238E27FC236}">
                <a16:creationId xmlns:a16="http://schemas.microsoft.com/office/drawing/2014/main" id="{3453552D-0919-E2DD-C379-00DE5B15EC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2710" y="1582198"/>
            <a:ext cx="9043986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6" name="Segnaposto testo 25">
            <a:extLst>
              <a:ext uri="{FF2B5EF4-FFF2-40B4-BE49-F238E27FC236}">
                <a16:creationId xmlns:a16="http://schemas.microsoft.com/office/drawing/2014/main" id="{8F687B89-6F24-CCD7-AE4B-394CA3C1CA7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079" y="2320364"/>
            <a:ext cx="5400433" cy="918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50" b="0" i="0">
                <a:latin typeface="Work Sans Light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50"/>
              <a:t>Click to enter text</a:t>
            </a:r>
          </a:p>
          <a:p>
            <a:pPr>
              <a:lnSpc>
                <a:spcPts val="1600"/>
              </a:lnSpc>
            </a:pP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583872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Image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gnaposto testo 12">
            <a:extLst>
              <a:ext uri="{FF2B5EF4-FFF2-40B4-BE49-F238E27FC236}">
                <a16:creationId xmlns:a16="http://schemas.microsoft.com/office/drawing/2014/main" id="{1C8FF96C-0200-44D8-D02D-F2846AA689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96262" y="3262671"/>
            <a:ext cx="5274055" cy="28416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20" name="Segnaposto testo 12">
            <a:extLst>
              <a:ext uri="{FF2B5EF4-FFF2-40B4-BE49-F238E27FC236}">
                <a16:creationId xmlns:a16="http://schemas.microsoft.com/office/drawing/2014/main" id="{35D05B1C-047F-8549-09CB-544C0E430E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445" y="3270414"/>
            <a:ext cx="5255620" cy="2841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5" name="Segnaposto immagine 7">
            <a:extLst>
              <a:ext uri="{FF2B5EF4-FFF2-40B4-BE49-F238E27FC236}">
                <a16:creationId xmlns:a16="http://schemas.microsoft.com/office/drawing/2014/main" id="{5385DF4F-B33F-D599-C845-19DB778F0A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96262" y="952500"/>
            <a:ext cx="52705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14A13CA3-110D-4483-012D-56FC5CF973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5000" y="3542646"/>
            <a:ext cx="525562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Segnaposto immagine 7">
            <a:extLst>
              <a:ext uri="{FF2B5EF4-FFF2-40B4-BE49-F238E27FC236}">
                <a16:creationId xmlns:a16="http://schemas.microsoft.com/office/drawing/2014/main" id="{5DB1BB13-A0ED-8D14-221C-4A5922516A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5000" y="952500"/>
            <a:ext cx="525562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FF56EB4-0029-40FA-4140-B97B506C0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1" name="Segnaposto testo 20">
            <a:extLst>
              <a:ext uri="{FF2B5EF4-FFF2-40B4-BE49-F238E27FC236}">
                <a16:creationId xmlns:a16="http://schemas.microsoft.com/office/drawing/2014/main" id="{112BE679-4675-79BB-31F7-12DCFBC9F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748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2" name="Segnaposto testo 12">
            <a:extLst>
              <a:ext uri="{FF2B5EF4-FFF2-40B4-BE49-F238E27FC236}">
                <a16:creationId xmlns:a16="http://schemas.microsoft.com/office/drawing/2014/main" id="{D97958CA-C26A-C01F-CE08-2366565CC9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445" y="5936298"/>
            <a:ext cx="5255620" cy="2841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6" name="Segnaposto testo 12">
            <a:extLst>
              <a:ext uri="{FF2B5EF4-FFF2-40B4-BE49-F238E27FC236}">
                <a16:creationId xmlns:a16="http://schemas.microsoft.com/office/drawing/2014/main" id="{51FABE90-A277-F689-9613-179EC1B1D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96263" y="5936298"/>
            <a:ext cx="5283996" cy="28416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23" name="Segnaposto immagine 7">
            <a:extLst>
              <a:ext uri="{FF2B5EF4-FFF2-40B4-BE49-F238E27FC236}">
                <a16:creationId xmlns:a16="http://schemas.microsoft.com/office/drawing/2014/main" id="{BFB2CCE8-79D2-9A9E-5C90-2E92B71851A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96262" y="3542646"/>
            <a:ext cx="5278518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606BE167-FFB5-A294-571E-63FA565E762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EFBCAB1-5136-F810-D63C-5923073E0AD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91750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.1_Image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gnaposto immagine 7">
            <a:extLst>
              <a:ext uri="{FF2B5EF4-FFF2-40B4-BE49-F238E27FC236}">
                <a16:creationId xmlns:a16="http://schemas.microsoft.com/office/drawing/2014/main" id="{5385DF4F-B33F-D599-C845-19DB778F0A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93942" y="2344102"/>
            <a:ext cx="5270500" cy="1638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23" name="Segnaposto immagine 7">
            <a:extLst>
              <a:ext uri="{FF2B5EF4-FFF2-40B4-BE49-F238E27FC236}">
                <a16:creationId xmlns:a16="http://schemas.microsoft.com/office/drawing/2014/main" id="{BFB2CCE8-79D2-9A9E-5C90-2E92B71851A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71619" y="4267200"/>
            <a:ext cx="5303161" cy="16383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Segnaposto immagine 7">
            <a:extLst>
              <a:ext uri="{FF2B5EF4-FFF2-40B4-BE49-F238E27FC236}">
                <a16:creationId xmlns:a16="http://schemas.microsoft.com/office/drawing/2014/main" id="{5DB1BB13-A0ED-8D14-221C-4A5922516A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2710" y="2345392"/>
            <a:ext cx="5275350" cy="1624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14A13CA3-110D-4483-012D-56FC5CF973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7871" y="4267200"/>
            <a:ext cx="5262749" cy="1638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1"/>
          <a:lstStyle>
            <a:lvl1pPr marL="0" indent="0">
              <a:buNone/>
              <a:defRPr b="0" i="0">
                <a:latin typeface="Work Sa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insert picture</a:t>
            </a:r>
            <a:endParaRPr lang="en-US" noProof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21" name="Segnaposto testo 12">
            <a:extLst>
              <a:ext uri="{FF2B5EF4-FFF2-40B4-BE49-F238E27FC236}">
                <a16:creationId xmlns:a16="http://schemas.microsoft.com/office/drawing/2014/main" id="{1C8FF96C-0200-44D8-D02D-F2846AA689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6499" y="3983038"/>
            <a:ext cx="5288282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20" name="Segnaposto testo 12">
            <a:extLst>
              <a:ext uri="{FF2B5EF4-FFF2-40B4-BE49-F238E27FC236}">
                <a16:creationId xmlns:a16="http://schemas.microsoft.com/office/drawing/2014/main" id="{35D05B1C-047F-8549-09CB-544C0E430E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4999" y="3975566"/>
            <a:ext cx="5262749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FF56EB4-0029-40FA-4140-B97B506C0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sp>
        <p:nvSpPr>
          <p:cNvPr id="12" name="Segnaposto testo 12">
            <a:extLst>
              <a:ext uri="{FF2B5EF4-FFF2-40B4-BE49-F238E27FC236}">
                <a16:creationId xmlns:a16="http://schemas.microsoft.com/office/drawing/2014/main" id="{D97958CA-C26A-C01F-CE08-2366565CC9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995" y="5918578"/>
            <a:ext cx="5270500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sp>
        <p:nvSpPr>
          <p:cNvPr id="16" name="Segnaposto testo 12">
            <a:extLst>
              <a:ext uri="{FF2B5EF4-FFF2-40B4-BE49-F238E27FC236}">
                <a16:creationId xmlns:a16="http://schemas.microsoft.com/office/drawing/2014/main" id="{51FABE90-A277-F689-9613-179EC1B1D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1619" y="5918578"/>
            <a:ext cx="5303161" cy="2841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1000" b="0" i="0">
                <a:solidFill>
                  <a:srgbClr val="6667AB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Image </a:t>
            </a:r>
            <a:r>
              <a:rPr lang="it-IT" err="1"/>
              <a:t>caption</a:t>
            </a:r>
            <a:endParaRPr lang="it-IT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CFE05E4D-E4E3-F72C-FA62-47D7EFD531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3" name="Segnaposto testo 14">
            <a:extLst>
              <a:ext uri="{FF2B5EF4-FFF2-40B4-BE49-F238E27FC236}">
                <a16:creationId xmlns:a16="http://schemas.microsoft.com/office/drawing/2014/main" id="{C42D7EB6-D576-29B5-4C98-26AE8DBAA7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871" y="815856"/>
            <a:ext cx="9043179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5" name="Segnaposto testo 20">
            <a:extLst>
              <a:ext uri="{FF2B5EF4-FFF2-40B4-BE49-F238E27FC236}">
                <a16:creationId xmlns:a16="http://schemas.microsoft.com/office/drawing/2014/main" id="{21C24D04-9B7E-4464-B10B-500CA63778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517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6" name="Segnaposto testo 16">
            <a:extLst>
              <a:ext uri="{FF2B5EF4-FFF2-40B4-BE49-F238E27FC236}">
                <a16:creationId xmlns:a16="http://schemas.microsoft.com/office/drawing/2014/main" id="{785ADFCE-91B0-F155-A73F-7E4DCA7F23E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2710" y="1582198"/>
            <a:ext cx="9043986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F5282E6B-6FEA-F644-45FF-CB1F6742E8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211CCBE9-7382-FB3F-C4A9-5867511650C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7520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meli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egnaposto testo 27">
            <a:extLst>
              <a:ext uri="{FF2B5EF4-FFF2-40B4-BE49-F238E27FC236}">
                <a16:creationId xmlns:a16="http://schemas.microsoft.com/office/drawing/2014/main" id="{BF7E7944-04E6-CF0E-4BF5-362B3617C1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57095" y="2746375"/>
            <a:ext cx="932228" cy="549275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06</a:t>
            </a:r>
          </a:p>
        </p:txBody>
      </p:sp>
      <p:sp>
        <p:nvSpPr>
          <p:cNvPr id="32" name="Segnaposto testo 27">
            <a:extLst>
              <a:ext uri="{FF2B5EF4-FFF2-40B4-BE49-F238E27FC236}">
                <a16:creationId xmlns:a16="http://schemas.microsoft.com/office/drawing/2014/main" id="{79BBB7AA-2EA9-1365-963A-7865E89E7C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69680" y="2746375"/>
            <a:ext cx="932228" cy="549275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05</a:t>
            </a:r>
          </a:p>
        </p:txBody>
      </p:sp>
      <p:sp>
        <p:nvSpPr>
          <p:cNvPr id="31" name="Segnaposto testo 27">
            <a:extLst>
              <a:ext uri="{FF2B5EF4-FFF2-40B4-BE49-F238E27FC236}">
                <a16:creationId xmlns:a16="http://schemas.microsoft.com/office/drawing/2014/main" id="{138D8489-DF0A-6B6F-4338-E201B1DF9C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0541" y="2746375"/>
            <a:ext cx="932228" cy="549275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04</a:t>
            </a:r>
          </a:p>
        </p:txBody>
      </p:sp>
      <p:sp>
        <p:nvSpPr>
          <p:cNvPr id="30" name="Segnaposto testo 27">
            <a:extLst>
              <a:ext uri="{FF2B5EF4-FFF2-40B4-BE49-F238E27FC236}">
                <a16:creationId xmlns:a16="http://schemas.microsoft.com/office/drawing/2014/main" id="{9FA79B8D-AE94-5159-0608-336972EEA7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4848" y="2746375"/>
            <a:ext cx="932228" cy="549275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03</a:t>
            </a:r>
          </a:p>
        </p:txBody>
      </p:sp>
      <p:sp>
        <p:nvSpPr>
          <p:cNvPr id="29" name="Segnaposto testo 27">
            <a:extLst>
              <a:ext uri="{FF2B5EF4-FFF2-40B4-BE49-F238E27FC236}">
                <a16:creationId xmlns:a16="http://schemas.microsoft.com/office/drawing/2014/main" id="{955487FA-80A2-B96E-1FEA-4D37EB374C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95710" y="2746375"/>
            <a:ext cx="932228" cy="549275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02</a:t>
            </a:r>
          </a:p>
        </p:txBody>
      </p:sp>
      <p:sp>
        <p:nvSpPr>
          <p:cNvPr id="28" name="Segnaposto testo 27">
            <a:extLst>
              <a:ext uri="{FF2B5EF4-FFF2-40B4-BE49-F238E27FC236}">
                <a16:creationId xmlns:a16="http://schemas.microsoft.com/office/drawing/2014/main" id="{8235126A-6D9D-B451-C271-2AEF3E5559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0356" y="2746375"/>
            <a:ext cx="784225" cy="549275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01</a:t>
            </a:r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6781C965-FB64-B2D0-6DDF-4538A75068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B0057EE7-530F-2DBA-FC66-C0E28BC10D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436100" y="381000"/>
            <a:ext cx="2119449" cy="469900"/>
          </a:xfrm>
          <a:prstGeom prst="rect">
            <a:avLst/>
          </a:prstGeom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3E24F76-07CF-07D3-AE07-F1651D9734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300" y="3668650"/>
            <a:ext cx="1517650" cy="452437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 algn="ctr">
              <a:buNone/>
              <a:defRPr sz="125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dolor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sp>
        <p:nvSpPr>
          <p:cNvPr id="11" name="Segnaposto testo 9">
            <a:extLst>
              <a:ext uri="{FF2B5EF4-FFF2-40B4-BE49-F238E27FC236}">
                <a16:creationId xmlns:a16="http://schemas.microsoft.com/office/drawing/2014/main" id="{D5449AA2-2426-176B-9334-DC84FDB8894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21439" y="3668650"/>
            <a:ext cx="1517650" cy="452437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 algn="ctr">
              <a:buNone/>
              <a:defRPr sz="125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dolor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sp>
        <p:nvSpPr>
          <p:cNvPr id="12" name="Segnaposto testo 9">
            <a:extLst>
              <a:ext uri="{FF2B5EF4-FFF2-40B4-BE49-F238E27FC236}">
                <a16:creationId xmlns:a16="http://schemas.microsoft.com/office/drawing/2014/main" id="{324C4455-5226-1D30-33D5-9C08D98B54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88740" y="3668650"/>
            <a:ext cx="1517650" cy="452437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 algn="ctr">
              <a:buNone/>
              <a:defRPr sz="125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dolor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B9AE66D7-48AF-2B07-39FE-7219B687BC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84917" y="3668650"/>
            <a:ext cx="1517650" cy="452437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 algn="ctr">
              <a:buNone/>
              <a:defRPr sz="125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dolor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sp>
        <p:nvSpPr>
          <p:cNvPr id="14" name="Segnaposto testo 9">
            <a:extLst>
              <a:ext uri="{FF2B5EF4-FFF2-40B4-BE49-F238E27FC236}">
                <a16:creationId xmlns:a16="http://schemas.microsoft.com/office/drawing/2014/main" id="{4A448A97-6536-A1BA-10CD-299F4110CA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71469" y="3668650"/>
            <a:ext cx="1517650" cy="452437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 algn="ctr">
              <a:buNone/>
              <a:defRPr sz="125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dolor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sp>
        <p:nvSpPr>
          <p:cNvPr id="15" name="Segnaposto testo 9">
            <a:extLst>
              <a:ext uri="{FF2B5EF4-FFF2-40B4-BE49-F238E27FC236}">
                <a16:creationId xmlns:a16="http://schemas.microsoft.com/office/drawing/2014/main" id="{30949B09-C5D8-6372-E7FE-FC9C7F41EE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48395" y="3668650"/>
            <a:ext cx="1517650" cy="452437"/>
          </a:xfrm>
          <a:prstGeom prst="rect">
            <a:avLst/>
          </a:prstGeom>
        </p:spPr>
        <p:txBody>
          <a:bodyPr lIns="0" tIns="0" rIns="0" bIns="0" anchor="t" anchorCtr="1"/>
          <a:lstStyle>
            <a:lvl1pPr marL="0" indent="0" algn="ctr">
              <a:buNone/>
              <a:defRPr sz="125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dolor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sp>
        <p:nvSpPr>
          <p:cNvPr id="8" name="Segnaposto testo 20">
            <a:extLst>
              <a:ext uri="{FF2B5EF4-FFF2-40B4-BE49-F238E27FC236}">
                <a16:creationId xmlns:a16="http://schemas.microsoft.com/office/drawing/2014/main" id="{670C696C-31C1-95DC-665F-455A89CA09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10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9" name="Segnaposto testo 14">
            <a:extLst>
              <a:ext uri="{FF2B5EF4-FFF2-40B4-BE49-F238E27FC236}">
                <a16:creationId xmlns:a16="http://schemas.microsoft.com/office/drawing/2014/main" id="{7B682282-823B-0FA2-D84D-82E13CCAC4E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064" y="815856"/>
            <a:ext cx="9043986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6" name="Segnaposto testo 16">
            <a:extLst>
              <a:ext uri="{FF2B5EF4-FFF2-40B4-BE49-F238E27FC236}">
                <a16:creationId xmlns:a16="http://schemas.microsoft.com/office/drawing/2014/main" id="{9E12AD01-E3CE-84A8-261B-B4B8822666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2710" y="1582198"/>
            <a:ext cx="9043986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17" name="Segnaposto piè di pagina 16">
            <a:extLst>
              <a:ext uri="{FF2B5EF4-FFF2-40B4-BE49-F238E27FC236}">
                <a16:creationId xmlns:a16="http://schemas.microsoft.com/office/drawing/2014/main" id="{6694AAD9-F80B-E955-F9ED-3DF828CDF9EE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8" name="Segnaposto numero diapositiva 17">
            <a:extLst>
              <a:ext uri="{FF2B5EF4-FFF2-40B4-BE49-F238E27FC236}">
                <a16:creationId xmlns:a16="http://schemas.microsoft.com/office/drawing/2014/main" id="{479D0D42-D038-672E-1817-481BFEFFE26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64124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gnaposto testo 21">
            <a:extLst>
              <a:ext uri="{FF2B5EF4-FFF2-40B4-BE49-F238E27FC236}">
                <a16:creationId xmlns:a16="http://schemas.microsoft.com/office/drawing/2014/main" id="{7CC23172-17F2-62C0-0159-CFC644ECD7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8306" y="2852458"/>
            <a:ext cx="2380029" cy="230596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1250" b="1" i="0">
                <a:latin typeface="Work Sans SemiBold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</p:txBody>
      </p:sp>
      <p:sp>
        <p:nvSpPr>
          <p:cNvPr id="23" name="Segnaposto testo 21">
            <a:extLst>
              <a:ext uri="{FF2B5EF4-FFF2-40B4-BE49-F238E27FC236}">
                <a16:creationId xmlns:a16="http://schemas.microsoft.com/office/drawing/2014/main" id="{4D336A12-1E75-B30B-EB59-2EACAD0369F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98306" y="4243596"/>
            <a:ext cx="2380029" cy="230596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1250" b="1" i="0">
                <a:latin typeface="Work Sans SemiBold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</p:txBody>
      </p:sp>
      <p:sp>
        <p:nvSpPr>
          <p:cNvPr id="24" name="Segnaposto testo 21">
            <a:extLst>
              <a:ext uri="{FF2B5EF4-FFF2-40B4-BE49-F238E27FC236}">
                <a16:creationId xmlns:a16="http://schemas.microsoft.com/office/drawing/2014/main" id="{8BE232D8-BA04-825E-DF14-A0BEA10D877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52981" y="2852458"/>
            <a:ext cx="2380029" cy="230596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1250" b="1" i="0">
                <a:latin typeface="Work Sans SemiBold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</p:txBody>
      </p:sp>
      <p:sp>
        <p:nvSpPr>
          <p:cNvPr id="25" name="Segnaposto testo 21">
            <a:extLst>
              <a:ext uri="{FF2B5EF4-FFF2-40B4-BE49-F238E27FC236}">
                <a16:creationId xmlns:a16="http://schemas.microsoft.com/office/drawing/2014/main" id="{88C0BB7A-2CAD-CCD8-F515-B6D8F30031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52981" y="4243596"/>
            <a:ext cx="2380029" cy="230596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buNone/>
              <a:defRPr sz="1250" b="1" i="0">
                <a:latin typeface="Work Sans SemiBold" pitchFamily="2" charset="77"/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</p:txBody>
      </p:sp>
      <p:sp>
        <p:nvSpPr>
          <p:cNvPr id="27" name="Segnaposto testo 26">
            <a:extLst>
              <a:ext uri="{FF2B5EF4-FFF2-40B4-BE49-F238E27FC236}">
                <a16:creationId xmlns:a16="http://schemas.microsoft.com/office/drawing/2014/main" id="{EA7443A7-C06B-9578-4D10-D3529E32DA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33096" y="3246688"/>
            <a:ext cx="5075604" cy="713196"/>
          </a:xfrm>
          <a:prstGeom prst="rect">
            <a:avLst/>
          </a:prstGeom>
        </p:spPr>
        <p:txBody>
          <a:bodyPr wrap="none" lIns="0" tIns="0" rIns="0" bIns="0"/>
          <a:lstStyle>
            <a:lvl1pPr marL="139700" indent="-139700">
              <a:buFont typeface="Arial" panose="020B0604020202020204" pitchFamily="34" charset="0"/>
              <a:buChar char="•"/>
              <a:tabLst/>
              <a:defRPr sz="1250" b="0" i="0">
                <a:latin typeface="Work Sans Light" pitchFamily="2" charset="77"/>
              </a:defRPr>
            </a:lvl1pPr>
          </a:lstStyle>
          <a:p>
            <a:pPr marL="158758" marR="0" lvl="0" indent="-158758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
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
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egnaposto testo 26">
            <a:extLst>
              <a:ext uri="{FF2B5EF4-FFF2-40B4-BE49-F238E27FC236}">
                <a16:creationId xmlns:a16="http://schemas.microsoft.com/office/drawing/2014/main" id="{6A4924F3-3233-E026-94C6-B9E2CEEBBD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95342" y="3246688"/>
            <a:ext cx="4861658" cy="713196"/>
          </a:xfrm>
          <a:prstGeom prst="rect">
            <a:avLst/>
          </a:prstGeom>
        </p:spPr>
        <p:txBody>
          <a:bodyPr wrap="none" lIns="0" tIns="0" rIns="0" bIns="0"/>
          <a:lstStyle>
            <a:lvl1pPr marL="139700" indent="-139700">
              <a:buFont typeface="Arial" panose="020B0604020202020204" pitchFamily="34" charset="0"/>
              <a:buChar char="•"/>
              <a:tabLst/>
              <a:defRPr sz="1250" b="0" i="0">
                <a:latin typeface="Work Sans Light" pitchFamily="2" charset="77"/>
              </a:defRPr>
            </a:lvl1pPr>
          </a:lstStyle>
          <a:p>
            <a:pPr marL="158758" marR="0" lvl="0" indent="-158758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
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
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egnaposto testo 26">
            <a:extLst>
              <a:ext uri="{FF2B5EF4-FFF2-40B4-BE49-F238E27FC236}">
                <a16:creationId xmlns:a16="http://schemas.microsoft.com/office/drawing/2014/main" id="{8EF12EFE-C588-7419-DA13-87DD03062C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3096" y="4641734"/>
            <a:ext cx="5075604" cy="713196"/>
          </a:xfrm>
          <a:prstGeom prst="rect">
            <a:avLst/>
          </a:prstGeom>
        </p:spPr>
        <p:txBody>
          <a:bodyPr wrap="none" lIns="0" tIns="0" rIns="0" bIns="0"/>
          <a:lstStyle>
            <a:lvl1pPr marL="139700" indent="-139700">
              <a:buFont typeface="Arial" panose="020B0604020202020204" pitchFamily="34" charset="0"/>
              <a:buChar char="•"/>
              <a:tabLst/>
              <a:defRPr sz="1250" b="0" i="0">
                <a:latin typeface="Work Sans Light" pitchFamily="2" charset="77"/>
              </a:defRPr>
            </a:lvl1pPr>
          </a:lstStyle>
          <a:p>
            <a:pPr marL="158758" marR="0" lvl="0" indent="-158758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
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
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egnaposto testo 26">
            <a:extLst>
              <a:ext uri="{FF2B5EF4-FFF2-40B4-BE49-F238E27FC236}">
                <a16:creationId xmlns:a16="http://schemas.microsoft.com/office/drawing/2014/main" id="{1262B6B3-871D-FD0F-DF23-6BDAA28FEE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95342" y="4641734"/>
            <a:ext cx="4861658" cy="713196"/>
          </a:xfrm>
          <a:prstGeom prst="rect">
            <a:avLst/>
          </a:prstGeom>
        </p:spPr>
        <p:txBody>
          <a:bodyPr wrap="none" lIns="0" tIns="0" rIns="0" bIns="0"/>
          <a:lstStyle>
            <a:lvl1pPr marL="139700" indent="-139700">
              <a:buFont typeface="Arial" panose="020B0604020202020204" pitchFamily="34" charset="0"/>
              <a:buChar char="•"/>
              <a:tabLst/>
              <a:defRPr sz="1250" b="0" i="0">
                <a:latin typeface="Work Sans Light" pitchFamily="2" charset="77"/>
              </a:defRPr>
            </a:lvl1pPr>
          </a:lstStyle>
          <a:p>
            <a:pPr marL="158758" marR="0" lvl="0" indent="-158758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
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
Lorem ipsum dolor sit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amet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consectetur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adipiscing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elit</a:t>
            </a: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.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57D1C1BF-FD3F-F295-A53C-1C99458A1C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71050" y="349250"/>
            <a:ext cx="1885950" cy="469900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DBB58E4-9453-3D03-68CC-40809CA700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000" y="819150"/>
            <a:ext cx="2241550" cy="1092200"/>
          </a:xfrm>
          <a:prstGeom prst="rect">
            <a:avLst/>
          </a:prstGeom>
        </p:spPr>
      </p:pic>
      <p:sp>
        <p:nvSpPr>
          <p:cNvPr id="9" name="Segnaposto testo 20">
            <a:extLst>
              <a:ext uri="{FF2B5EF4-FFF2-40B4-BE49-F238E27FC236}">
                <a16:creationId xmlns:a16="http://schemas.microsoft.com/office/drawing/2014/main" id="{0805A922-7202-0A78-7005-59542D2976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2710" y="494617"/>
            <a:ext cx="3052018" cy="2172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>
                <a:latin typeface="Work Sans Medium" pitchFamily="2" charset="77"/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0" name="Segnaposto testo 14">
            <a:extLst>
              <a:ext uri="{FF2B5EF4-FFF2-40B4-BE49-F238E27FC236}">
                <a16:creationId xmlns:a16="http://schemas.microsoft.com/office/drawing/2014/main" id="{57E9E5CC-073F-69D9-CCE9-184C32C5F45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064" y="815856"/>
            <a:ext cx="9043986" cy="603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 i="0">
                <a:solidFill>
                  <a:schemeClr val="tx1"/>
                </a:solidFill>
                <a:latin typeface="Clash Display Semibold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1" name="Segnaposto testo 16">
            <a:extLst>
              <a:ext uri="{FF2B5EF4-FFF2-40B4-BE49-F238E27FC236}">
                <a16:creationId xmlns:a16="http://schemas.microsoft.com/office/drawing/2014/main" id="{F303A405-5FC0-35C2-6A35-C3FF56D680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2710" y="1582198"/>
            <a:ext cx="9043986" cy="3247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latin typeface="Clash Display" pitchFamily="2" charset="0"/>
              </a:defRPr>
            </a:lvl1pPr>
          </a:lstStyle>
          <a:p>
            <a:pPr lvl="0"/>
            <a:r>
              <a:rPr lang="it-IT"/>
              <a:t>Slide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12" name="Segnaposto piè di pagina 11">
            <a:extLst>
              <a:ext uri="{FF2B5EF4-FFF2-40B4-BE49-F238E27FC236}">
                <a16:creationId xmlns:a16="http://schemas.microsoft.com/office/drawing/2014/main" id="{B719E3AB-54A9-896A-8CE2-685B9D7B678D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7882DCC8-09E5-2727-140E-1E4BAAD6008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04914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l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B1EC2C24-717F-5BB8-A027-D329779052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436100" y="381000"/>
            <a:ext cx="2119437" cy="469900"/>
          </a:xfrm>
          <a:prstGeom prst="rect">
            <a:avLst/>
          </a:prstGeom>
        </p:spPr>
      </p:pic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5A3403A9-62E1-2872-533F-AD6D568AA1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13228" y="4314150"/>
            <a:ext cx="2800350" cy="1612900"/>
          </a:xfrm>
          <a:prstGeom prst="rect">
            <a:avLst/>
          </a:prstGeom>
        </p:spPr>
      </p:pic>
      <p:sp>
        <p:nvSpPr>
          <p:cNvPr id="27" name="Segnaposto testo 34">
            <a:extLst>
              <a:ext uri="{FF2B5EF4-FFF2-40B4-BE49-F238E27FC236}">
                <a16:creationId xmlns:a16="http://schemas.microsoft.com/office/drawing/2014/main" id="{F420DA76-3892-2C99-A8C3-602C1FD14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537" y="796277"/>
            <a:ext cx="3008312" cy="193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Presentation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28" name="Segnaposto testo 34">
            <a:extLst>
              <a:ext uri="{FF2B5EF4-FFF2-40B4-BE49-F238E27FC236}">
                <a16:creationId xmlns:a16="http://schemas.microsoft.com/office/drawing/2014/main" id="{B5C0A1F5-FEED-7A15-162D-7C81869B7C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537" y="606866"/>
            <a:ext cx="3008312" cy="193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Presentation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DA9E150-BAB9-DB34-3899-08889E1EB1CE}"/>
              </a:ext>
            </a:extLst>
          </p:cNvPr>
          <p:cNvSpPr txBox="1"/>
          <p:nvPr userDrawn="1"/>
        </p:nvSpPr>
        <p:spPr>
          <a:xfrm>
            <a:off x="613228" y="5220704"/>
            <a:ext cx="3332396" cy="171450"/>
          </a:xfrm>
          <a:prstGeom prst="rect">
            <a:avLst/>
          </a:prstGeom>
        </p:spPr>
        <p:txBody>
          <a:bodyPr lIns="0" tIns="0" rIns="0" bIns="0"/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>
                <a:solidFill>
                  <a:schemeClr val="bg1"/>
                </a:solidFill>
                <a:latin typeface="Work Sans SemiBold" pitchFamily="2" charset="77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it-IT"/>
              <a:t>HEADQUARTERS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DC4882F-7733-8C42-B7C9-D57322B2FF72}"/>
              </a:ext>
            </a:extLst>
          </p:cNvPr>
          <p:cNvSpPr txBox="1"/>
          <p:nvPr userDrawn="1"/>
        </p:nvSpPr>
        <p:spPr>
          <a:xfrm>
            <a:off x="613228" y="5465179"/>
            <a:ext cx="3332396" cy="171450"/>
          </a:xfrm>
          <a:prstGeom prst="rect">
            <a:avLst/>
          </a:prstGeom>
        </p:spPr>
        <p:txBody>
          <a:bodyPr lIns="0" tIns="0" rIns="0" bIns="0"/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>
                <a:solidFill>
                  <a:schemeClr val="bg1"/>
                </a:solidFill>
                <a:latin typeface="Work Sans SemiBold" pitchFamily="2" charset="77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it-IT" b="0" i="0">
                <a:latin typeface="Work Sans Medium" pitchFamily="2" charset="77"/>
              </a:rPr>
              <a:t>Via Broletto, 43 | 20121 Milano | Italia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E8D6D2A-B021-3429-A851-A91B0E2C3D0E}"/>
              </a:ext>
            </a:extLst>
          </p:cNvPr>
          <p:cNvSpPr txBox="1"/>
          <p:nvPr userDrawn="1"/>
        </p:nvSpPr>
        <p:spPr>
          <a:xfrm>
            <a:off x="613228" y="5691535"/>
            <a:ext cx="3332396" cy="171450"/>
          </a:xfrm>
          <a:prstGeom prst="rect">
            <a:avLst/>
          </a:prstGeom>
        </p:spPr>
        <p:txBody>
          <a:bodyPr lIns="0" tIns="0" rIns="0" bIns="0"/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>
                <a:solidFill>
                  <a:schemeClr val="bg1"/>
                </a:solidFill>
                <a:latin typeface="Work Sans SemiBold" pitchFamily="2" charset="77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ts val="1500"/>
              </a:lnSpc>
            </a:pPr>
            <a:r>
              <a:rPr lang="en-US" sz="1000" b="0">
                <a:solidFill>
                  <a:srgbClr val="FFFFFF"/>
                </a:solidFill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Tel: + 39 02 72007047 | Email: </a:t>
            </a:r>
            <a:r>
              <a:rPr lang="en-US" sz="1000" b="0" err="1">
                <a:solidFill>
                  <a:srgbClr val="FFFFFF"/>
                </a:solidFill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info@abstract.it</a:t>
            </a:r>
            <a:endParaRPr lang="en-US" sz="1000" b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A8B252DD-698E-A25C-308F-3486B16A0FC7}"/>
              </a:ext>
            </a:extLst>
          </p:cNvPr>
          <p:cNvSpPr txBox="1"/>
          <p:nvPr userDrawn="1"/>
        </p:nvSpPr>
        <p:spPr>
          <a:xfrm>
            <a:off x="613228" y="4314149"/>
            <a:ext cx="3332396" cy="660855"/>
          </a:xfrm>
          <a:prstGeom prst="rect">
            <a:avLst/>
          </a:prstGeom>
        </p:spPr>
        <p:txBody>
          <a:bodyPr lIns="0" tIns="0" rIns="0" bIns="0"/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it-IT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25740621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.1_Cl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gnaposto testo 14">
            <a:extLst>
              <a:ext uri="{FF2B5EF4-FFF2-40B4-BE49-F238E27FC236}">
                <a16:creationId xmlns:a16="http://schemas.microsoft.com/office/drawing/2014/main" id="{C8EF1EF2-C1C3-4820-31A4-43B4CFE59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3228" y="5459431"/>
            <a:ext cx="3332396" cy="171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1" i="0">
                <a:solidFill>
                  <a:schemeClr val="bg1"/>
                </a:solidFill>
                <a:latin typeface="Work Sans SemiBold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it-IT"/>
              <a:t>NAME SURNAME</a:t>
            </a:r>
          </a:p>
        </p:txBody>
      </p:sp>
      <p:sp>
        <p:nvSpPr>
          <p:cNvPr id="13" name="Segnaposto testo 14">
            <a:extLst>
              <a:ext uri="{FF2B5EF4-FFF2-40B4-BE49-F238E27FC236}">
                <a16:creationId xmlns:a16="http://schemas.microsoft.com/office/drawing/2014/main" id="{91D7563C-B536-147A-11E6-039CE96471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28" y="5710828"/>
            <a:ext cx="3332396" cy="171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Work Sans Medium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it-IT" err="1"/>
              <a:t>name.surname@abstract.it</a:t>
            </a:r>
            <a:endParaRPr lang="it-IT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AB342637-F987-FEA6-589A-DE45E8A466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3228" y="3619500"/>
            <a:ext cx="2800350" cy="1612900"/>
          </a:xfrm>
          <a:prstGeom prst="rect">
            <a:avLst/>
          </a:prstGeom>
        </p:spPr>
      </p:pic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B1EC2C24-717F-5BB8-A027-D329779052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436100" y="381000"/>
            <a:ext cx="2119437" cy="469900"/>
          </a:xfrm>
          <a:prstGeom prst="rect">
            <a:avLst/>
          </a:prstGeom>
        </p:spPr>
      </p:pic>
      <p:sp>
        <p:nvSpPr>
          <p:cNvPr id="15" name="Segnaposto testo 34">
            <a:extLst>
              <a:ext uri="{FF2B5EF4-FFF2-40B4-BE49-F238E27FC236}">
                <a16:creationId xmlns:a16="http://schemas.microsoft.com/office/drawing/2014/main" id="{7EC0C5C5-162E-6DEA-6475-F2103BFB44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537" y="796277"/>
            <a:ext cx="3008312" cy="193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Presentation </a:t>
            </a:r>
            <a:r>
              <a:rPr lang="it-IT" err="1"/>
              <a:t>subtitle</a:t>
            </a:r>
            <a:endParaRPr lang="it-IT"/>
          </a:p>
        </p:txBody>
      </p:sp>
      <p:sp>
        <p:nvSpPr>
          <p:cNvPr id="18" name="Segnaposto testo 34">
            <a:extLst>
              <a:ext uri="{FF2B5EF4-FFF2-40B4-BE49-F238E27FC236}">
                <a16:creationId xmlns:a16="http://schemas.microsoft.com/office/drawing/2014/main" id="{2D1B52F8-BA10-ACAC-4DA8-6B5D2138F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537" y="606866"/>
            <a:ext cx="3008312" cy="1932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pPr lvl="0"/>
            <a:r>
              <a:rPr lang="it-IT"/>
              <a:t>Presentation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4FF48E9-A0C1-186C-97AB-4AFEA5A1A0E3}"/>
              </a:ext>
            </a:extLst>
          </p:cNvPr>
          <p:cNvSpPr txBox="1"/>
          <p:nvPr userDrawn="1"/>
        </p:nvSpPr>
        <p:spPr>
          <a:xfrm>
            <a:off x="613228" y="4526054"/>
            <a:ext cx="3332396" cy="171450"/>
          </a:xfrm>
          <a:prstGeom prst="rect">
            <a:avLst/>
          </a:prstGeom>
        </p:spPr>
        <p:txBody>
          <a:bodyPr lIns="0" tIns="0" rIns="0" bIns="0"/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>
                <a:solidFill>
                  <a:schemeClr val="bg1"/>
                </a:solidFill>
                <a:latin typeface="Work Sans SemiBold" pitchFamily="2" charset="77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it-IT"/>
              <a:t>HEADQUARTERS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1949C18-09C7-A3B3-D00C-5A910FC478AB}"/>
              </a:ext>
            </a:extLst>
          </p:cNvPr>
          <p:cNvSpPr txBox="1"/>
          <p:nvPr userDrawn="1"/>
        </p:nvSpPr>
        <p:spPr>
          <a:xfrm>
            <a:off x="613228" y="4770529"/>
            <a:ext cx="3332396" cy="171450"/>
          </a:xfrm>
          <a:prstGeom prst="rect">
            <a:avLst/>
          </a:prstGeom>
        </p:spPr>
        <p:txBody>
          <a:bodyPr lIns="0" tIns="0" rIns="0" bIns="0"/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>
                <a:solidFill>
                  <a:schemeClr val="bg1"/>
                </a:solidFill>
                <a:latin typeface="Work Sans SemiBold" pitchFamily="2" charset="77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it-IT" b="0" i="0">
                <a:latin typeface="Work Sans Medium" pitchFamily="2" charset="77"/>
              </a:rPr>
              <a:t>Via Broletto, 43 | 20121 Milano | Italia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EFE3D31-5207-D398-AFF6-AB19BD7134DC}"/>
              </a:ext>
            </a:extLst>
          </p:cNvPr>
          <p:cNvSpPr txBox="1"/>
          <p:nvPr userDrawn="1"/>
        </p:nvSpPr>
        <p:spPr>
          <a:xfrm>
            <a:off x="613228" y="4996885"/>
            <a:ext cx="3332396" cy="171450"/>
          </a:xfrm>
          <a:prstGeom prst="rect">
            <a:avLst/>
          </a:prstGeom>
        </p:spPr>
        <p:txBody>
          <a:bodyPr lIns="0" tIns="0" rIns="0" bIns="0"/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>
                <a:solidFill>
                  <a:schemeClr val="bg1"/>
                </a:solidFill>
                <a:latin typeface="Work Sans SemiBold" pitchFamily="2" charset="77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ts val="1500"/>
              </a:lnSpc>
            </a:pPr>
            <a:r>
              <a:rPr lang="en-US" sz="1000" b="0">
                <a:solidFill>
                  <a:srgbClr val="FFFFFF"/>
                </a:solidFill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Tel: + 39 02 72007047 | Email: </a:t>
            </a:r>
            <a:r>
              <a:rPr lang="en-US" sz="1000" b="0" err="1">
                <a:solidFill>
                  <a:srgbClr val="FFFFFF"/>
                </a:solidFill>
                <a:latin typeface="Work Sans Regular" pitchFamily="34" charset="0"/>
                <a:ea typeface="Work Sans Regular" pitchFamily="34" charset="-122"/>
                <a:cs typeface="Work Sans Regular" pitchFamily="34" charset="-120"/>
              </a:rPr>
              <a:t>info@abstract.it</a:t>
            </a:r>
            <a:endParaRPr lang="en-US" sz="1000" b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66DD77C-0257-7B7B-D552-3B461901702B}"/>
              </a:ext>
            </a:extLst>
          </p:cNvPr>
          <p:cNvSpPr txBox="1"/>
          <p:nvPr userDrawn="1"/>
        </p:nvSpPr>
        <p:spPr>
          <a:xfrm>
            <a:off x="613228" y="3619499"/>
            <a:ext cx="3332396" cy="660855"/>
          </a:xfrm>
          <a:prstGeom prst="rect">
            <a:avLst/>
          </a:prstGeom>
        </p:spPr>
        <p:txBody>
          <a:bodyPr lIns="0" tIns="0" rIns="0" bIns="0"/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>
                <a:solidFill>
                  <a:schemeClr val="bg1"/>
                </a:solidFill>
                <a:latin typeface="Clash Display Semibold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it-IT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4545640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C3BEF0B7-ADF9-2E7D-1834-1AA48A540B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436100" y="381000"/>
            <a:ext cx="2119449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01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690D7-CD19-AC0E-1E05-42F2143A1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452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r>
              <a:rPr lang="en-US">
                <a:ea typeface="Work Sans Regular" pitchFamily="34" charset="-122"/>
                <a:cs typeface="Work Sans Regular" pitchFamily="34" charset="-120"/>
              </a:rPr>
              <a:t>Presentation title</a:t>
            </a: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01147A-0906-5BB7-67C8-0300C5538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1093" y="6356350"/>
            <a:ext cx="266088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 i="0">
                <a:solidFill>
                  <a:schemeClr val="bg1"/>
                </a:solidFill>
                <a:latin typeface="Work Sans Medium" pitchFamily="2" charset="77"/>
              </a:defRPr>
            </a:lvl1pPr>
          </a:lstStyle>
          <a:p>
            <a:fld id="{8B305231-D13B-6743-9E13-911FE99D2E02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996E31-5368-24B2-4279-26C4586DF36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93550" y="6672580"/>
            <a:ext cx="6397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it-IT" sz="800">
                <a:solidFill>
                  <a:srgbClr val="000000"/>
                </a:solidFill>
                <a:latin typeface="Work Sans" pitchFamily="2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091611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08" r:id="rId3"/>
    <p:sldLayoutId id="2147483652" r:id="rId4"/>
    <p:sldLayoutId id="2147483716" r:id="rId5"/>
    <p:sldLayoutId id="2147483699" r:id="rId6"/>
    <p:sldLayoutId id="2147483707" r:id="rId7"/>
    <p:sldLayoutId id="2147483717" r:id="rId8"/>
    <p:sldLayoutId id="2147483720" r:id="rId9"/>
    <p:sldLayoutId id="2147483705" r:id="rId10"/>
    <p:sldLayoutId id="2147483653" r:id="rId11"/>
    <p:sldLayoutId id="2147483662" r:id="rId12"/>
    <p:sldLayoutId id="2147483701" r:id="rId13"/>
    <p:sldLayoutId id="2147483654" r:id="rId14"/>
    <p:sldLayoutId id="2147483663" r:id="rId15"/>
    <p:sldLayoutId id="2147483703" r:id="rId16"/>
    <p:sldLayoutId id="2147483661" r:id="rId17"/>
    <p:sldLayoutId id="2147483723" r:id="rId18"/>
    <p:sldLayoutId id="2147483664" r:id="rId19"/>
    <p:sldLayoutId id="2147483722" r:id="rId20"/>
    <p:sldLayoutId id="2147483655" r:id="rId21"/>
    <p:sldLayoutId id="2147483656" r:id="rId22"/>
    <p:sldLayoutId id="2147483670" r:id="rId23"/>
    <p:sldLayoutId id="2147483669" r:id="rId24"/>
    <p:sldLayoutId id="2147483659" r:id="rId25"/>
    <p:sldLayoutId id="2147483693" r:id="rId26"/>
    <p:sldLayoutId id="2147483695" r:id="rId27"/>
    <p:sldLayoutId id="2147483671" r:id="rId28"/>
    <p:sldLayoutId id="2147483696" r:id="rId29"/>
    <p:sldLayoutId id="2147483694" r:id="rId30"/>
    <p:sldLayoutId id="2147483681" r:id="rId31"/>
    <p:sldLayoutId id="2147483690" r:id="rId32"/>
    <p:sldLayoutId id="2147483726" r:id="rId33"/>
    <p:sldLayoutId id="2147483672" r:id="rId34"/>
    <p:sldLayoutId id="2147483676" r:id="rId35"/>
    <p:sldLayoutId id="2147483697" r:id="rId36"/>
    <p:sldLayoutId id="2147483673" r:id="rId37"/>
    <p:sldLayoutId id="2147483666" r:id="rId38"/>
    <p:sldLayoutId id="2147483667" r:id="rId39"/>
    <p:sldLayoutId id="2147483721" r:id="rId40"/>
    <p:sldLayoutId id="2147483674" r:id="rId41"/>
    <p:sldLayoutId id="2147483668" r:id="rId42"/>
    <p:sldLayoutId id="2147483675" r:id="rId43"/>
    <p:sldLayoutId id="2147483685" r:id="rId44"/>
    <p:sldLayoutId id="2147483687" r:id="rId45"/>
    <p:sldLayoutId id="2147483679" r:id="rId46"/>
    <p:sldLayoutId id="2147483691" r:id="rId47"/>
    <p:sldLayoutId id="2147483692" r:id="rId4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34D6C06-83F1-4E07-4A75-40FB5B5041B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44117E-5EDC-AC69-9E17-95904125363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>
                <a:latin typeface="Clash Display"/>
              </a:rPr>
              <a:t>Ruolo Richiesto</a:t>
            </a:r>
          </a:p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9EB349-B85F-E035-31BB-5B078B3C471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8B305231-D13B-6743-9E13-911FE99D2E02}" type="slidenum">
              <a:rPr lang="it-IT" smtClean="0"/>
              <a:pPr/>
              <a:t>1</a:t>
            </a:fld>
            <a:endParaRPr lang="it-IT"/>
          </a:p>
        </p:txBody>
      </p:sp>
      <p:grpSp>
        <p:nvGrpSpPr>
          <p:cNvPr id="71" name="Gruppo 70">
            <a:extLst>
              <a:ext uri="{FF2B5EF4-FFF2-40B4-BE49-F238E27FC236}">
                <a16:creationId xmlns:a16="http://schemas.microsoft.com/office/drawing/2014/main" id="{8BA4A678-B7CF-AB8A-6292-CDC2911FD9D0}"/>
              </a:ext>
            </a:extLst>
          </p:cNvPr>
          <p:cNvGrpSpPr/>
          <p:nvPr/>
        </p:nvGrpSpPr>
        <p:grpSpPr>
          <a:xfrm>
            <a:off x="728704" y="3671515"/>
            <a:ext cx="3756369" cy="268214"/>
            <a:chOff x="2826083" y="3733874"/>
            <a:chExt cx="3756369" cy="268214"/>
          </a:xfrm>
        </p:grpSpPr>
        <p:sp>
          <p:nvSpPr>
            <p:cNvPr id="10" name="Segnaposto contenuto 2">
              <a:extLst>
                <a:ext uri="{FF2B5EF4-FFF2-40B4-BE49-F238E27FC236}">
                  <a16:creationId xmlns:a16="http://schemas.microsoft.com/office/drawing/2014/main" id="{E6F387E3-0F21-D1E3-F2AB-8793D57BF322}"/>
                </a:ext>
              </a:extLst>
            </p:cNvPr>
            <p:cNvSpPr txBox="1">
              <a:spLocks/>
            </p:cNvSpPr>
            <p:nvPr/>
          </p:nvSpPr>
          <p:spPr>
            <a:xfrm>
              <a:off x="3076154" y="3733874"/>
              <a:ext cx="3506298" cy="268214"/>
            </a:xfrm>
            <a:prstGeom prst="rect">
              <a:avLst/>
            </a:prstGeom>
          </p:spPr>
          <p:txBody>
            <a:bodyPr vert="horz" lIns="72000" tIns="0" rIns="0" bIns="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err="1">
                  <a:latin typeface="Work Sans" pitchFamily="2" charset="77"/>
                </a:rPr>
                <a:t>Domicilio</a:t>
              </a:r>
              <a:endParaRPr lang="en-US" sz="1400">
                <a:latin typeface="Work Sans" pitchFamily="2" charset="77"/>
              </a:endParaRPr>
            </a:p>
          </p:txBody>
        </p: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37B0B9D1-F620-65E5-DCBF-DC3D9C2F9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auto">
            <a:xfrm>
              <a:off x="2826083" y="375537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9" name="Gruppo 68">
            <a:extLst>
              <a:ext uri="{FF2B5EF4-FFF2-40B4-BE49-F238E27FC236}">
                <a16:creationId xmlns:a16="http://schemas.microsoft.com/office/drawing/2014/main" id="{392EC159-78B1-3E35-4DD3-D387C1FCAFD7}"/>
              </a:ext>
            </a:extLst>
          </p:cNvPr>
          <p:cNvGrpSpPr/>
          <p:nvPr/>
        </p:nvGrpSpPr>
        <p:grpSpPr>
          <a:xfrm>
            <a:off x="783735" y="2836030"/>
            <a:ext cx="3756369" cy="268214"/>
            <a:chOff x="2826083" y="2898065"/>
            <a:chExt cx="3756369" cy="268214"/>
          </a:xfrm>
        </p:grpSpPr>
        <p:sp>
          <p:nvSpPr>
            <p:cNvPr id="7" name="Segnaposto contenuto 2">
              <a:extLst>
                <a:ext uri="{FF2B5EF4-FFF2-40B4-BE49-F238E27FC236}">
                  <a16:creationId xmlns:a16="http://schemas.microsoft.com/office/drawing/2014/main" id="{09CE9AFD-B314-6CA5-C836-B9F494903882}"/>
                </a:ext>
              </a:extLst>
            </p:cNvPr>
            <p:cNvSpPr txBox="1">
              <a:spLocks/>
            </p:cNvSpPr>
            <p:nvPr/>
          </p:nvSpPr>
          <p:spPr>
            <a:xfrm>
              <a:off x="3076154" y="2898065"/>
              <a:ext cx="3506298" cy="268214"/>
            </a:xfrm>
            <a:prstGeom prst="rect">
              <a:avLst/>
            </a:prstGeom>
          </p:spPr>
          <p:txBody>
            <a:bodyPr lIns="7200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>
                  <a:latin typeface="Work Sans" pitchFamily="2" charset="77"/>
                </a:rPr>
                <a:t>Role:</a:t>
              </a:r>
              <a:br>
                <a:rPr lang="en-US" sz="1400">
                  <a:latin typeface="Work Sans" pitchFamily="2" charset="77"/>
                </a:rPr>
              </a:br>
              <a:r>
                <a:rPr lang="en-US" sz="1400" b="1">
                  <a:latin typeface="Work Sans" pitchFamily="2" charset="77"/>
                </a:rPr>
                <a:t>Company:</a:t>
              </a:r>
              <a:endParaRPr lang="en-US" sz="1400">
                <a:latin typeface="Work Sans" pitchFamily="2" charset="77"/>
              </a:endParaRPr>
            </a:p>
          </p:txBody>
        </p:sp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8C2B3C07-E84C-703A-0BC3-2C244921FF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 bwMode="auto">
            <a:xfrm>
              <a:off x="2826083" y="292665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Gruppo 69">
            <a:extLst>
              <a:ext uri="{FF2B5EF4-FFF2-40B4-BE49-F238E27FC236}">
                <a16:creationId xmlns:a16="http://schemas.microsoft.com/office/drawing/2014/main" id="{D019E147-D11D-B32C-FBD4-7EA8B0F9B43C}"/>
              </a:ext>
            </a:extLst>
          </p:cNvPr>
          <p:cNvGrpSpPr/>
          <p:nvPr/>
        </p:nvGrpSpPr>
        <p:grpSpPr>
          <a:xfrm>
            <a:off x="728704" y="3318004"/>
            <a:ext cx="3756369" cy="268214"/>
            <a:chOff x="2826083" y="3380363"/>
            <a:chExt cx="3756369" cy="268214"/>
          </a:xfrm>
        </p:grpSpPr>
        <p:sp>
          <p:nvSpPr>
            <p:cNvPr id="16" name="Segnaposto contenuto 2">
              <a:extLst>
                <a:ext uri="{FF2B5EF4-FFF2-40B4-BE49-F238E27FC236}">
                  <a16:creationId xmlns:a16="http://schemas.microsoft.com/office/drawing/2014/main" id="{6A13A6EC-F46C-1117-5463-B9FCC69AA021}"/>
                </a:ext>
              </a:extLst>
            </p:cNvPr>
            <p:cNvSpPr txBox="1">
              <a:spLocks/>
            </p:cNvSpPr>
            <p:nvPr/>
          </p:nvSpPr>
          <p:spPr>
            <a:xfrm>
              <a:off x="3076154" y="3380363"/>
              <a:ext cx="3506298" cy="268214"/>
            </a:xfrm>
            <a:prstGeom prst="rect">
              <a:avLst/>
            </a:prstGeom>
          </p:spPr>
          <p:txBody>
            <a:bodyPr vert="horz" lIns="72000" tIns="0" rIns="0" bIns="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Barlow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latin typeface="Work Sans" pitchFamily="2" charset="77"/>
              </a:endParaRPr>
            </a:p>
          </p:txBody>
        </p:sp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A3F733AB-B2B5-501B-93EA-F389800BDF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826083" y="3397534"/>
              <a:ext cx="216000" cy="216000"/>
            </a:xfrm>
            <a:prstGeom prst="rect">
              <a:avLst/>
            </a:prstGeom>
          </p:spPr>
        </p:pic>
      </p:grpSp>
      <p:sp>
        <p:nvSpPr>
          <p:cNvPr id="18" name="Segnaposto contenuto 2">
            <a:extLst>
              <a:ext uri="{FF2B5EF4-FFF2-40B4-BE49-F238E27FC236}">
                <a16:creationId xmlns:a16="http://schemas.microsoft.com/office/drawing/2014/main" id="{7F230D74-79AA-27AD-5291-B25AA5BA72F4}"/>
              </a:ext>
            </a:extLst>
          </p:cNvPr>
          <p:cNvSpPr txBox="1">
            <a:spLocks/>
          </p:cNvSpPr>
          <p:nvPr/>
        </p:nvSpPr>
        <p:spPr>
          <a:xfrm>
            <a:off x="728704" y="4258050"/>
            <a:ext cx="3506298" cy="26821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defPPr>
              <a:defRPr lang="it-IT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latin typeface="Work Sans" pitchFamily="2" charset="77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Barlow" pitchFamily="2" charset="77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Barlow" pitchFamily="2" charset="77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>
                <a:latin typeface="Barlow" pitchFamily="2" charset="77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Barlow" pitchFamily="2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Background: </a:t>
            </a:r>
          </a:p>
        </p:txBody>
      </p:sp>
      <p:sp>
        <p:nvSpPr>
          <p:cNvPr id="19" name="Segnaposto contenuto 2">
            <a:extLst>
              <a:ext uri="{FF2B5EF4-FFF2-40B4-BE49-F238E27FC236}">
                <a16:creationId xmlns:a16="http://schemas.microsoft.com/office/drawing/2014/main" id="{DEF095B6-F2F1-0EEF-50BA-233F6B412492}"/>
              </a:ext>
            </a:extLst>
          </p:cNvPr>
          <p:cNvSpPr txBox="1">
            <a:spLocks/>
          </p:cNvSpPr>
          <p:nvPr/>
        </p:nvSpPr>
        <p:spPr>
          <a:xfrm>
            <a:off x="6634061" y="4680524"/>
            <a:ext cx="3506298" cy="26821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latin typeface="Work Sans" pitchFamily="2" charset="77"/>
              </a:rPr>
              <a:t>Main skills: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868E26AD-7BD0-1345-85CD-37BE5D77C653}"/>
              </a:ext>
            </a:extLst>
          </p:cNvPr>
          <p:cNvSpPr txBox="1">
            <a:spLocks/>
          </p:cNvSpPr>
          <p:nvPr/>
        </p:nvSpPr>
        <p:spPr>
          <a:xfrm>
            <a:off x="6606282" y="2353973"/>
            <a:ext cx="3506298" cy="26821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Work Sans" pitchFamily="2" charset="77"/>
              </a:rPr>
              <a:t>Summary: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D952B1A-CA19-5FDC-028F-282E375FF4C7}"/>
              </a:ext>
            </a:extLst>
          </p:cNvPr>
          <p:cNvSpPr txBox="1"/>
          <p:nvPr/>
        </p:nvSpPr>
        <p:spPr>
          <a:xfrm>
            <a:off x="6606281" y="4960252"/>
            <a:ext cx="1504785" cy="3619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wrap="square" lIns="108000" tIns="36000" rIns="108000" bIns="36000" rtlCol="0" anchor="ctr">
            <a:spAutoFit/>
          </a:bodyPr>
          <a:lstStyle/>
          <a:p>
            <a:r>
              <a:rPr lang="it-IT" sz="1200">
                <a:latin typeface="Work Sans" pitchFamily="2" charset="77"/>
              </a:rPr>
              <a:t>Skill 1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E7DE42B-A4E9-4692-CE19-214B0C2EB3F3}"/>
              </a:ext>
            </a:extLst>
          </p:cNvPr>
          <p:cNvSpPr txBox="1"/>
          <p:nvPr/>
        </p:nvSpPr>
        <p:spPr>
          <a:xfrm>
            <a:off x="6601324" y="5435801"/>
            <a:ext cx="1504785" cy="49174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wrap="square" lIns="108000" tIns="36000" rIns="108000" bIns="36000" rtlCol="0" anchor="ctr">
            <a:spAutoFit/>
          </a:bodyPr>
          <a:lstStyle/>
          <a:p>
            <a:r>
              <a:rPr lang="en-US">
                <a:latin typeface="Work Sans" pitchFamily="2" charset="77"/>
              </a:rPr>
              <a:t>Skill 3</a:t>
            </a:r>
          </a:p>
        </p:txBody>
      </p:sp>
      <p:sp>
        <p:nvSpPr>
          <p:cNvPr id="13" name="CasellaDiTesto 23">
            <a:extLst>
              <a:ext uri="{FF2B5EF4-FFF2-40B4-BE49-F238E27FC236}">
                <a16:creationId xmlns:a16="http://schemas.microsoft.com/office/drawing/2014/main" id="{419A5C82-87B4-0FAB-F08E-C40663304E38}"/>
              </a:ext>
            </a:extLst>
          </p:cNvPr>
          <p:cNvSpPr txBox="1"/>
          <p:nvPr/>
        </p:nvSpPr>
        <p:spPr>
          <a:xfrm>
            <a:off x="8612895" y="4943518"/>
            <a:ext cx="1640237" cy="36191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wrap="square" lIns="108000" tIns="36000" rIns="108000" bIns="36000" rtlCol="0" anchor="ctr">
            <a:spAutoFit/>
          </a:bodyPr>
          <a:lstStyle/>
          <a:p>
            <a:r>
              <a:rPr lang="en-US" sz="1200">
                <a:latin typeface="Work Sans" pitchFamily="2" charset="77"/>
              </a:rPr>
              <a:t>Skill 2</a:t>
            </a:r>
          </a:p>
        </p:txBody>
      </p:sp>
      <p:sp>
        <p:nvSpPr>
          <p:cNvPr id="12" name="CasellaDiTesto 22">
            <a:extLst>
              <a:ext uri="{FF2B5EF4-FFF2-40B4-BE49-F238E27FC236}">
                <a16:creationId xmlns:a16="http://schemas.microsoft.com/office/drawing/2014/main" id="{2FAE2DB4-4D0C-60E0-CD4C-29FC719B30CC}"/>
              </a:ext>
            </a:extLst>
          </p:cNvPr>
          <p:cNvSpPr txBox="1"/>
          <p:nvPr/>
        </p:nvSpPr>
        <p:spPr>
          <a:xfrm>
            <a:off x="6606281" y="6022568"/>
            <a:ext cx="1499827" cy="3469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wrap="square" lIns="108000" tIns="36000" rIns="108000" bIns="36000" rtlCol="0" anchor="ctr">
            <a:spAutoFit/>
          </a:bodyPr>
          <a:lstStyle/>
          <a:p>
            <a:endParaRPr lang="en-US" sz="1200">
              <a:latin typeface="Work Sans" pitchFamily="2" charset="77"/>
            </a:endParaRPr>
          </a:p>
        </p:txBody>
      </p:sp>
      <p:sp>
        <p:nvSpPr>
          <p:cNvPr id="29" name="Text Box 8">
            <a:extLst>
              <a:ext uri="{FF2B5EF4-FFF2-40B4-BE49-F238E27FC236}">
                <a16:creationId xmlns:a16="http://schemas.microsoft.com/office/drawing/2014/main" id="{8D61D97D-81B9-FC24-5E62-D14BA41E2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12" y="1905318"/>
            <a:ext cx="3574926" cy="430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0" tIns="0" rIns="0" bIns="0">
            <a:spAutoFit/>
          </a:bodyPr>
          <a:lstStyle/>
          <a:p>
            <a:pPr defTabSz="746522">
              <a:tabLst>
                <a:tab pos="332185" algn="l"/>
              </a:tabLst>
            </a:pPr>
            <a:r>
              <a:rPr lang="it-IT" sz="1400">
                <a:solidFill>
                  <a:srgbClr val="000000"/>
                </a:solidFill>
                <a:latin typeface="Work Sans" pitchFamily="2" charset="0"/>
                <a:cs typeface="Arial" panose="020B0604020202020204" pitchFamily="34" charset="0"/>
              </a:rPr>
              <a:t>Mobile	</a:t>
            </a:r>
            <a:endParaRPr lang="en-US" sz="1400">
              <a:solidFill>
                <a:srgbClr val="000000"/>
              </a:solidFill>
              <a:latin typeface="Work Sans" pitchFamily="2" charset="0"/>
              <a:cs typeface="Arial" panose="020B0604020202020204" pitchFamily="34" charset="0"/>
            </a:endParaRPr>
          </a:p>
          <a:p>
            <a:pPr defTabSz="746522">
              <a:tabLst>
                <a:tab pos="332185" algn="l"/>
              </a:tabLst>
            </a:pPr>
            <a:r>
              <a:rPr lang="en-US" sz="1400">
                <a:solidFill>
                  <a:srgbClr val="000000"/>
                </a:solidFill>
                <a:latin typeface="Work Sans" pitchFamily="2" charset="0"/>
                <a:cs typeface="Arial" panose="020B0604020202020204" pitchFamily="34" charset="0"/>
              </a:rPr>
              <a:t>Email 	</a:t>
            </a:r>
            <a:endParaRPr lang="en-US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477C6F7-5152-DA17-2369-8F5202618C1F}"/>
              </a:ext>
            </a:extLst>
          </p:cNvPr>
          <p:cNvSpPr txBox="1"/>
          <p:nvPr/>
        </p:nvSpPr>
        <p:spPr>
          <a:xfrm>
            <a:off x="8768890" y="5462857"/>
            <a:ext cx="1371469" cy="437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wrap="square" lIns="108000" tIns="36000" rIns="108000" bIns="36000" rtlCol="0" anchor="ctr">
            <a:spAutoFit/>
          </a:bodyPr>
          <a:lstStyle/>
          <a:p>
            <a:endParaRPr lang="en-US">
              <a:latin typeface="Work Sans" pitchFamily="2" charset="77"/>
            </a:endParaRPr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5F8DA1CE-3520-9C2F-CB33-FA82BFF59697}"/>
              </a:ext>
            </a:extLst>
          </p:cNvPr>
          <p:cNvSpPr txBox="1">
            <a:spLocks/>
          </p:cNvSpPr>
          <p:nvPr/>
        </p:nvSpPr>
        <p:spPr>
          <a:xfrm>
            <a:off x="1092141" y="3335175"/>
            <a:ext cx="4324220" cy="268214"/>
          </a:xfrm>
          <a:prstGeom prst="rect">
            <a:avLst/>
          </a:prstGeom>
        </p:spPr>
        <p:txBody>
          <a:bodyPr lIns="72000" tIns="45720" rIns="91440" bIns="4572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latin typeface="Work Sans"/>
              </a:rPr>
              <a:t>Total Experience:</a:t>
            </a:r>
          </a:p>
        </p:txBody>
      </p:sp>
    </p:spTree>
    <p:extLst>
      <p:ext uri="{BB962C8B-B14F-4D97-AF65-F5344CB8AC3E}">
        <p14:creationId xmlns:p14="http://schemas.microsoft.com/office/powerpoint/2010/main" val="3209159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34D6C06-83F1-4E07-4A75-40FB5B5041B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9EB349-B85F-E035-31BB-5B078B3C471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8B305231-D13B-6743-9E13-911FE99D2E02}" type="slidenum">
              <a:rPr lang="it-IT" smtClean="0"/>
              <a:pPr/>
              <a:t>2</a:t>
            </a:fld>
            <a:endParaRPr lang="it-IT"/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868E26AD-7BD0-1345-85CD-37BE5D77C653}"/>
              </a:ext>
            </a:extLst>
          </p:cNvPr>
          <p:cNvSpPr txBox="1">
            <a:spLocks/>
          </p:cNvSpPr>
          <p:nvPr/>
        </p:nvSpPr>
        <p:spPr>
          <a:xfrm>
            <a:off x="627064" y="1586563"/>
            <a:ext cx="3506298" cy="26821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Work Sans" pitchFamily="2" charset="77"/>
              </a:rPr>
              <a:t>Professional Experience: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D3452C-93C7-CD8D-B952-EFBEA6A9B8AD}"/>
              </a:ext>
            </a:extLst>
          </p:cNvPr>
          <p:cNvSpPr txBox="1">
            <a:spLocks/>
          </p:cNvSpPr>
          <p:nvPr/>
        </p:nvSpPr>
        <p:spPr>
          <a:xfrm>
            <a:off x="4344314" y="2067214"/>
            <a:ext cx="2819350" cy="4042444"/>
          </a:xfrm>
          <a:prstGeom prst="rect">
            <a:avLst/>
          </a:prstGeom>
        </p:spPr>
        <p:txBody>
          <a:bodyPr lIns="36000" tIns="36000" rIns="36000" bIns="36000"/>
          <a:lstStyle>
            <a:defPPr>
              <a:defRPr lang="it-IT"/>
            </a:defPPr>
            <a:lvl2pPr marL="0" lvl="1" defTabSz="914239">
              <a:spcBef>
                <a:spcPts val="175"/>
              </a:spcBef>
              <a:spcAft>
                <a:spcPts val="438"/>
              </a:spcAft>
              <a:defRPr sz="1100" b="1">
                <a:solidFill>
                  <a:srgbClr val="000000"/>
                </a:solidFill>
                <a:latin typeface="EYInterstate" panose="02000503020000020004" pitchFamily="2" charset="0"/>
              </a:defRPr>
            </a:lvl2pPr>
            <a:lvl3pPr marL="0" lvl="2" indent="-297018" defTabSz="931939" fontAlgn="base">
              <a:spcBef>
                <a:spcPct val="0"/>
              </a:spcBef>
              <a:buClr>
                <a:srgbClr val="FFE600"/>
              </a:buClr>
              <a:buSzPct val="100000"/>
              <a:tabLst>
                <a:tab pos="3023232" algn="l"/>
                <a:tab pos="4368378" algn="r"/>
              </a:tabLst>
              <a:defRPr sz="1000" b="1">
                <a:latin typeface="EYInterstate Light" pitchFamily="2" charset="0"/>
              </a:defRPr>
            </a:lvl3pPr>
            <a:lvl4pPr marL="331632" lvl="3" indent="-171450" defTabSz="931939" fontAlgn="base">
              <a:spcBef>
                <a:spcPct val="0"/>
              </a:spcBef>
              <a:spcAft>
                <a:spcPts val="300"/>
              </a:spcAft>
              <a:buClr>
                <a:srgbClr val="FFE600"/>
              </a:buClr>
              <a:buSzPct val="100000"/>
              <a:buFont typeface="EYInterstate Light" panose="02000506000000020004" pitchFamily="2" charset="0"/>
              <a:buChar char="•"/>
              <a:tabLst>
                <a:tab pos="3023232" algn="l"/>
                <a:tab pos="4368378" algn="r"/>
              </a:tabLst>
              <a:defRPr sz="900">
                <a:latin typeface="EYInterstate Light" panose="02000506000000020004" pitchFamily="2" charset="0"/>
                <a:ea typeface="ＭＳ Ｐゴシック"/>
              </a:defRPr>
            </a:lvl4pPr>
            <a:lvl5pPr marL="447675" lvl="4" indent="-180975" defTabSz="911853"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000000"/>
                </a:solidFill>
                <a:latin typeface="EYInterstate" panose="02000503020000020004" pitchFamily="2" charset="0"/>
              </a:defRPr>
            </a:lvl5pPr>
          </a:lstStyle>
          <a:p>
            <a:pPr lvl="2">
              <a:defRPr/>
            </a:pPr>
            <a:r>
              <a:rPr lang="en-US" altLang="ja-JP">
                <a:solidFill>
                  <a:srgbClr val="000000"/>
                </a:solidFill>
                <a:latin typeface="Work Sans" pitchFamily="2" charset="0"/>
                <a:cs typeface="Arial" panose="020B0604020202020204" pitchFamily="34" charset="0"/>
              </a:rPr>
              <a:t>industry – project name</a:t>
            </a:r>
          </a:p>
          <a:p>
            <a:pPr lvl="2">
              <a:defRPr/>
            </a:pPr>
            <a:r>
              <a:rPr lang="en-US" err="1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Ruolo</a:t>
            </a:r>
            <a:r>
              <a:rPr lang="en-US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ricoperto</a:t>
            </a:r>
            <a:r>
              <a:rPr lang="en-US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: </a:t>
            </a:r>
          </a:p>
          <a:p>
            <a:pPr lvl="2">
              <a:defRPr/>
            </a:pPr>
            <a:r>
              <a:rPr lang="en-US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 </a:t>
            </a:r>
          </a:p>
          <a:p>
            <a:pPr marL="179388" lvl="1" indent="-179388" defTabSz="1161817" fontAlgn="base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rgbClr val="AFA4CE"/>
              </a:buClr>
              <a:buSzPct val="100000"/>
              <a:buFont typeface="Wingdings" panose="05000000000000000000" pitchFamily="2" charset="2"/>
              <a:buChar char="Ø"/>
              <a:tabLst>
                <a:tab pos="2828575" algn="l"/>
                <a:tab pos="4087308" algn="r"/>
              </a:tabLst>
              <a:defRPr/>
            </a:pP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Attività</a:t>
            </a:r>
            <a:r>
              <a:rPr lang="en-US" sz="1000" b="0">
                <a:latin typeface="Work Sans" pitchFamily="2" charset="0"/>
                <a:cs typeface="Arial" panose="020B0604020202020204" pitchFamily="34" charset="0"/>
              </a:rPr>
              <a:t> </a:t>
            </a: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svolte</a:t>
            </a:r>
            <a:r>
              <a:rPr lang="en-US" sz="1000" b="0">
                <a:latin typeface="Work Sans" pitchFamily="2" charset="0"/>
                <a:cs typeface="Arial" panose="020B0604020202020204" pitchFamily="34" charset="0"/>
              </a:rPr>
              <a:t> e </a:t>
            </a: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competenze</a:t>
            </a:r>
            <a:r>
              <a:rPr lang="en-US" sz="1000" b="0">
                <a:latin typeface="Work Sans" pitchFamily="2" charset="0"/>
                <a:cs typeface="Arial" panose="020B0604020202020204" pitchFamily="34" charset="0"/>
              </a:rPr>
              <a:t> </a:t>
            </a: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utilizzate</a:t>
            </a:r>
            <a:endParaRPr lang="en-US" altLang="ja-JP" sz="1000">
              <a:latin typeface="Work Sans" pitchFamily="2" charset="0"/>
              <a:cs typeface="Arial" panose="020B0604020202020204" pitchFamily="34" charset="0"/>
            </a:endParaRPr>
          </a:p>
          <a:p>
            <a:pPr marL="1854" lvl="1" defTabSz="1161817" fontAlgn="base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rgbClr val="FFC000"/>
              </a:buClr>
              <a:buSzPct val="100000"/>
              <a:tabLst>
                <a:tab pos="2828575" algn="l"/>
                <a:tab pos="4087308" algn="r"/>
              </a:tabLst>
              <a:defRPr/>
            </a:pPr>
            <a:endParaRPr lang="en-US" sz="1000" b="0">
              <a:latin typeface="Work Sans" pitchFamily="2" charset="0"/>
              <a:cs typeface="Arial" panose="020B0604020202020204" pitchFamily="34" charset="0"/>
            </a:endParaRPr>
          </a:p>
          <a:p>
            <a:pPr lvl="3">
              <a:defRPr/>
            </a:pPr>
            <a:endParaRPr lang="it-IT">
              <a:latin typeface="Work Sans" pitchFamily="2" charset="0"/>
            </a:endParaRPr>
          </a:p>
          <a:p>
            <a:pPr lvl="3">
              <a:defRPr/>
            </a:pPr>
            <a:endParaRPr lang="it-IT" sz="1400" b="1">
              <a:latin typeface="Work Sans" pitchFamily="2" charset="0"/>
            </a:endParaRPr>
          </a:p>
          <a:p>
            <a:pPr lvl="3">
              <a:defRPr/>
            </a:pPr>
            <a:endParaRPr lang="it-IT" sz="700">
              <a:latin typeface="Arial Body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1D920D5-7D33-FD64-FF05-4DC0712E29AD}"/>
              </a:ext>
            </a:extLst>
          </p:cNvPr>
          <p:cNvSpPr txBox="1">
            <a:spLocks/>
          </p:cNvSpPr>
          <p:nvPr/>
        </p:nvSpPr>
        <p:spPr>
          <a:xfrm>
            <a:off x="604521" y="2067214"/>
            <a:ext cx="3148330" cy="3617890"/>
          </a:xfrm>
          <a:prstGeom prst="rect">
            <a:avLst/>
          </a:prstGeom>
        </p:spPr>
        <p:txBody>
          <a:bodyPr lIns="36000" tIns="36000" rIns="36000" bIns="36000"/>
          <a:lstStyle>
            <a:defPPr>
              <a:defRPr lang="it-IT"/>
            </a:defPPr>
            <a:lvl2pPr marL="0" lvl="1" defTabSz="914239">
              <a:spcBef>
                <a:spcPts val="175"/>
              </a:spcBef>
              <a:spcAft>
                <a:spcPts val="438"/>
              </a:spcAft>
              <a:defRPr sz="1100" b="1">
                <a:solidFill>
                  <a:srgbClr val="000000"/>
                </a:solidFill>
                <a:latin typeface="EYInterstate" panose="02000503020000020004" pitchFamily="2" charset="0"/>
              </a:defRPr>
            </a:lvl2pPr>
            <a:lvl4pPr marL="177800" lvl="3" indent="-177800" defTabSz="911853"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000000"/>
                </a:solidFill>
                <a:latin typeface="EYInterstate" panose="02000503020000020004" pitchFamily="2" charset="0"/>
              </a:defRPr>
            </a:lvl4pPr>
            <a:lvl5pPr marL="447675" lvl="4" indent="-180975" defTabSz="911853"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000000"/>
                </a:solidFill>
                <a:latin typeface="EYInterstate" panose="02000503020000020004" pitchFamily="2" charset="0"/>
              </a:defRPr>
            </a:lvl5pPr>
          </a:lstStyle>
          <a:p>
            <a:pPr marL="0" lvl="2" indent="-297018" defTabSz="931939" fontAlgn="base">
              <a:spcBef>
                <a:spcPct val="0"/>
              </a:spcBef>
              <a:buClr>
                <a:srgbClr val="FFE600"/>
              </a:buClr>
              <a:buSzPct val="100000"/>
              <a:tabLst>
                <a:tab pos="3023232" algn="l"/>
                <a:tab pos="4368378" algn="r"/>
              </a:tabLst>
              <a:defRPr/>
            </a:pPr>
            <a:r>
              <a:rPr lang="en-US" altLang="ja-JP" sz="1000" b="1">
                <a:solidFill>
                  <a:srgbClr val="000000"/>
                </a:solidFill>
                <a:latin typeface="Work Sans" pitchFamily="2" charset="0"/>
                <a:cs typeface="Arial" panose="020B0604020202020204" pitchFamily="34" charset="0"/>
              </a:rPr>
              <a:t>industry – project name</a:t>
            </a:r>
          </a:p>
          <a:p>
            <a:pPr marL="0" lvl="2" indent="-297018" defTabSz="931939" fontAlgn="base">
              <a:spcBef>
                <a:spcPct val="0"/>
              </a:spcBef>
              <a:buClr>
                <a:srgbClr val="FFE600"/>
              </a:buClr>
              <a:buSzPct val="100000"/>
              <a:tabLst>
                <a:tab pos="3023232" algn="l"/>
                <a:tab pos="4368378" algn="r"/>
              </a:tabLst>
              <a:defRPr/>
            </a:pPr>
            <a:r>
              <a:rPr lang="en-US" sz="1000" err="1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Ruolo</a:t>
            </a:r>
            <a:r>
              <a:rPr lang="en-US" sz="1000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ricoperto</a:t>
            </a:r>
            <a:r>
              <a:rPr lang="en-US" sz="1000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: </a:t>
            </a:r>
          </a:p>
          <a:p>
            <a:pPr marL="0" lvl="2" indent="-297018" defTabSz="931939" fontAlgn="base">
              <a:spcBef>
                <a:spcPct val="0"/>
              </a:spcBef>
              <a:buClr>
                <a:srgbClr val="FFE600"/>
              </a:buClr>
              <a:buSzPct val="100000"/>
              <a:tabLst>
                <a:tab pos="3023232" algn="l"/>
                <a:tab pos="4368378" algn="r"/>
              </a:tabLst>
              <a:defRPr/>
            </a:pPr>
            <a:r>
              <a:rPr lang="en-US" sz="1000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 </a:t>
            </a:r>
          </a:p>
          <a:p>
            <a:pPr marL="179388" lvl="1" indent="-179388" defTabSz="1161817" fontAlgn="base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rgbClr val="AFA4CE"/>
              </a:buClr>
              <a:buSzPct val="100000"/>
              <a:buFont typeface="Wingdings" panose="05000000000000000000" pitchFamily="2" charset="2"/>
              <a:buChar char="Ø"/>
              <a:tabLst>
                <a:tab pos="2828575" algn="l"/>
                <a:tab pos="4087308" algn="r"/>
              </a:tabLst>
              <a:defRPr/>
            </a:pP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Attività</a:t>
            </a:r>
            <a:r>
              <a:rPr lang="en-US" sz="1000" b="0">
                <a:latin typeface="Work Sans" pitchFamily="2" charset="0"/>
                <a:cs typeface="Arial" panose="020B0604020202020204" pitchFamily="34" charset="0"/>
              </a:rPr>
              <a:t> </a:t>
            </a: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svolte</a:t>
            </a:r>
            <a:r>
              <a:rPr lang="en-US" sz="1000" b="0">
                <a:latin typeface="Work Sans" pitchFamily="2" charset="0"/>
                <a:cs typeface="Arial" panose="020B0604020202020204" pitchFamily="34" charset="0"/>
              </a:rPr>
              <a:t> e </a:t>
            </a: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competenze</a:t>
            </a:r>
            <a:r>
              <a:rPr lang="en-US" sz="1000" b="0">
                <a:latin typeface="Work Sans" pitchFamily="2" charset="0"/>
                <a:cs typeface="Arial" panose="020B0604020202020204" pitchFamily="34" charset="0"/>
              </a:rPr>
              <a:t> </a:t>
            </a: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utilizzate</a:t>
            </a:r>
            <a:endParaRPr lang="en-US" altLang="ja-JP" sz="1000">
              <a:solidFill>
                <a:srgbClr val="000000"/>
              </a:solidFill>
              <a:latin typeface="Work Sans" pitchFamily="2" charset="0"/>
              <a:cs typeface="Arial" panose="020B0604020202020204" pitchFamily="34" charset="0"/>
            </a:endParaRPr>
          </a:p>
          <a:p>
            <a:pPr marL="1854" lvl="1" defTabSz="1161817" fontAlgn="base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rgbClr val="FFC000"/>
              </a:buClr>
              <a:buSzPct val="100000"/>
              <a:tabLst>
                <a:tab pos="2828575" algn="l"/>
                <a:tab pos="4087308" algn="r"/>
              </a:tabLst>
              <a:defRPr/>
            </a:pPr>
            <a:endParaRPr lang="en-US" sz="1000" b="0">
              <a:latin typeface="Work Sans" pitchFamily="2" charset="0"/>
              <a:cs typeface="Arial" panose="020B0604020202020204" pitchFamily="34" charset="0"/>
            </a:endParaRPr>
          </a:p>
          <a:p>
            <a:pPr marL="331632" lvl="3" indent="-171450" defTabSz="931939" fontAlgn="base">
              <a:spcBef>
                <a:spcPct val="0"/>
              </a:spcBef>
              <a:buClr>
                <a:srgbClr val="FFE600"/>
              </a:buClr>
              <a:buSzPct val="100000"/>
              <a:buFont typeface="EYInterstate Light" panose="02000506000000020004" pitchFamily="2" charset="0"/>
              <a:buChar char="•"/>
              <a:tabLst>
                <a:tab pos="3023232" algn="l"/>
                <a:tab pos="4368378" algn="r"/>
              </a:tabLst>
              <a:defRPr/>
            </a:pPr>
            <a:endParaRPr lang="it-IT">
              <a:latin typeface="Work Sans" pitchFamily="2" charset="0"/>
              <a:ea typeface="ＭＳ Ｐゴシック"/>
            </a:endParaRPr>
          </a:p>
          <a:p>
            <a:pPr marL="306789" lvl="3" indent="-146607" defTabSz="931939" fontAlgn="base">
              <a:spcBef>
                <a:spcPct val="0"/>
              </a:spcBef>
              <a:buClr>
                <a:srgbClr val="FFE600"/>
              </a:buClr>
              <a:buSzPct val="100000"/>
              <a:buFont typeface="Courier New" panose="02070309020205020404" pitchFamily="49" charset="0"/>
              <a:buChar char="o"/>
              <a:tabLst>
                <a:tab pos="3023232" algn="l"/>
                <a:tab pos="4368378" algn="r"/>
              </a:tabLst>
              <a:defRPr/>
            </a:pPr>
            <a:endParaRPr lang="it-IT" sz="1400" b="1">
              <a:latin typeface="Work Sans" pitchFamily="2" charset="0"/>
              <a:ea typeface="ＭＳ Ｐゴシック"/>
            </a:endParaRPr>
          </a:p>
          <a:p>
            <a:pPr marL="306789" lvl="3" indent="-146607" defTabSz="931939" fontAlgn="base">
              <a:spcBef>
                <a:spcPct val="0"/>
              </a:spcBef>
              <a:buClr>
                <a:srgbClr val="FFE600"/>
              </a:buClr>
              <a:buSzPct val="100000"/>
              <a:buFont typeface="Courier New" panose="02070309020205020404" pitchFamily="49" charset="0"/>
              <a:buChar char="o"/>
              <a:tabLst>
                <a:tab pos="3023232" algn="l"/>
                <a:tab pos="4368378" algn="r"/>
              </a:tabLst>
              <a:defRPr/>
            </a:pPr>
            <a:endParaRPr lang="it-IT" sz="700">
              <a:latin typeface="Arial Body"/>
              <a:ea typeface="ＭＳ Ｐゴシック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E880ADD-49EB-F5AD-E42C-51A4A9ADB32C}"/>
              </a:ext>
            </a:extLst>
          </p:cNvPr>
          <p:cNvSpPr txBox="1">
            <a:spLocks/>
          </p:cNvSpPr>
          <p:nvPr/>
        </p:nvSpPr>
        <p:spPr>
          <a:xfrm>
            <a:off x="7902612" y="2074912"/>
            <a:ext cx="3662324" cy="4299153"/>
          </a:xfrm>
          <a:prstGeom prst="rect">
            <a:avLst/>
          </a:prstGeom>
        </p:spPr>
        <p:txBody>
          <a:bodyPr lIns="36000" tIns="36000" rIns="36000" bIns="36000"/>
          <a:lstStyle>
            <a:defPPr>
              <a:defRPr lang="it-IT"/>
            </a:defPPr>
            <a:lvl2pPr marL="0" lvl="1" defTabSz="914239">
              <a:spcBef>
                <a:spcPts val="175"/>
              </a:spcBef>
              <a:spcAft>
                <a:spcPts val="438"/>
              </a:spcAft>
              <a:defRPr sz="1100" b="1">
                <a:solidFill>
                  <a:srgbClr val="000000"/>
                </a:solidFill>
                <a:latin typeface="EYInterstate" panose="02000503020000020004" pitchFamily="2" charset="0"/>
              </a:defRPr>
            </a:lvl2pPr>
            <a:lvl4pPr marL="177800" lvl="3" indent="-177800" defTabSz="911853"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000000"/>
                </a:solidFill>
                <a:latin typeface="EYInterstate" panose="02000503020000020004" pitchFamily="2" charset="0"/>
              </a:defRPr>
            </a:lvl4pPr>
            <a:lvl5pPr marL="447675" lvl="4" indent="-180975" defTabSz="911853"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000000"/>
                </a:solidFill>
                <a:latin typeface="EYInterstate" panose="02000503020000020004" pitchFamily="2" charset="0"/>
              </a:defRPr>
            </a:lvl5pPr>
          </a:lstStyle>
          <a:p>
            <a:pPr marL="0" lvl="2" indent="-297018" defTabSz="931939" fontAlgn="base">
              <a:spcBef>
                <a:spcPct val="0"/>
              </a:spcBef>
              <a:buClr>
                <a:srgbClr val="FFE600"/>
              </a:buClr>
              <a:buSzPct val="100000"/>
              <a:tabLst>
                <a:tab pos="3023232" algn="l"/>
                <a:tab pos="4368378" algn="r"/>
              </a:tabLst>
              <a:defRPr/>
            </a:pPr>
            <a:r>
              <a:rPr lang="en-US" altLang="ja-JP" sz="1000" b="1">
                <a:solidFill>
                  <a:srgbClr val="000000"/>
                </a:solidFill>
                <a:latin typeface="Work Sans" pitchFamily="2" charset="0"/>
                <a:cs typeface="Arial" panose="020B0604020202020204" pitchFamily="34" charset="0"/>
              </a:rPr>
              <a:t>industry – project name</a:t>
            </a:r>
          </a:p>
          <a:p>
            <a:pPr marL="0" lvl="2" indent="-297018" defTabSz="931939" fontAlgn="base">
              <a:spcBef>
                <a:spcPct val="0"/>
              </a:spcBef>
              <a:buClr>
                <a:srgbClr val="FFE600"/>
              </a:buClr>
              <a:buSzPct val="100000"/>
              <a:tabLst>
                <a:tab pos="3023232" algn="l"/>
                <a:tab pos="4368378" algn="r"/>
              </a:tabLst>
              <a:defRPr/>
            </a:pPr>
            <a:r>
              <a:rPr lang="en-US" sz="1000" err="1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Ruolo</a:t>
            </a:r>
            <a:r>
              <a:rPr lang="en-US" sz="1000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ricoperto</a:t>
            </a:r>
            <a:r>
              <a:rPr lang="en-US" sz="1000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: </a:t>
            </a:r>
          </a:p>
          <a:p>
            <a:pPr marL="0" lvl="2" indent="-297018" defTabSz="931939" fontAlgn="base">
              <a:spcBef>
                <a:spcPct val="0"/>
              </a:spcBef>
              <a:buClr>
                <a:srgbClr val="FFE600"/>
              </a:buClr>
              <a:buSzPct val="100000"/>
              <a:tabLst>
                <a:tab pos="3023232" algn="l"/>
                <a:tab pos="4368378" algn="r"/>
              </a:tabLst>
              <a:defRPr/>
            </a:pPr>
            <a:r>
              <a:rPr lang="en-US" sz="1000">
                <a:solidFill>
                  <a:srgbClr val="000000"/>
                </a:solidFill>
                <a:latin typeface="Work Sans" pitchFamily="2" charset="0"/>
                <a:ea typeface="ＭＳ Ｐゴシック"/>
                <a:cs typeface="Arial" panose="020B0604020202020204" pitchFamily="34" charset="0"/>
              </a:rPr>
              <a:t> </a:t>
            </a:r>
          </a:p>
          <a:p>
            <a:pPr marL="179388" lvl="1" indent="-179388" defTabSz="1161817" fontAlgn="base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rgbClr val="AFA4CE"/>
              </a:buClr>
              <a:buSzPct val="100000"/>
              <a:buFont typeface="Wingdings" panose="05000000000000000000" pitchFamily="2" charset="2"/>
              <a:buChar char="Ø"/>
              <a:tabLst>
                <a:tab pos="2828575" algn="l"/>
                <a:tab pos="4087308" algn="r"/>
              </a:tabLst>
              <a:defRPr/>
            </a:pP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Attività</a:t>
            </a:r>
            <a:r>
              <a:rPr lang="en-US" sz="1000" b="0">
                <a:latin typeface="Work Sans" pitchFamily="2" charset="0"/>
                <a:cs typeface="Arial" panose="020B0604020202020204" pitchFamily="34" charset="0"/>
              </a:rPr>
              <a:t> </a:t>
            </a: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svolte</a:t>
            </a:r>
            <a:r>
              <a:rPr lang="en-US" sz="1000" b="0">
                <a:latin typeface="Work Sans" pitchFamily="2" charset="0"/>
                <a:cs typeface="Arial" panose="020B0604020202020204" pitchFamily="34" charset="0"/>
              </a:rPr>
              <a:t> e </a:t>
            </a: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competenze</a:t>
            </a:r>
            <a:r>
              <a:rPr lang="en-US" sz="1000" b="0">
                <a:latin typeface="Work Sans" pitchFamily="2" charset="0"/>
                <a:cs typeface="Arial" panose="020B0604020202020204" pitchFamily="34" charset="0"/>
              </a:rPr>
              <a:t> </a:t>
            </a:r>
            <a:r>
              <a:rPr lang="en-US" sz="1000" b="0" err="1">
                <a:latin typeface="Work Sans" pitchFamily="2" charset="0"/>
                <a:cs typeface="Arial" panose="020B0604020202020204" pitchFamily="34" charset="0"/>
              </a:rPr>
              <a:t>utilizzate</a:t>
            </a:r>
            <a:endParaRPr lang="en-US" altLang="ja-JP" sz="1000">
              <a:latin typeface="Work Sans" pitchFamily="2" charset="0"/>
              <a:cs typeface="Arial" panose="020B0604020202020204" pitchFamily="34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1EDB89B-B768-E09F-F03E-50B545E6D565}"/>
              </a:ext>
            </a:extLst>
          </p:cNvPr>
          <p:cNvSpPr txBox="1">
            <a:spLocks/>
          </p:cNvSpPr>
          <p:nvPr/>
        </p:nvSpPr>
        <p:spPr>
          <a:xfrm>
            <a:off x="9581737" y="1847079"/>
            <a:ext cx="2495963" cy="4299153"/>
          </a:xfrm>
          <a:prstGeom prst="rect">
            <a:avLst/>
          </a:prstGeom>
        </p:spPr>
        <p:txBody>
          <a:bodyPr lIns="36000" tIns="36000" rIns="36000" bIns="36000"/>
          <a:lstStyle>
            <a:defPPr>
              <a:defRPr lang="it-IT"/>
            </a:defPPr>
            <a:lvl2pPr marL="0" lvl="1" defTabSz="914239">
              <a:spcBef>
                <a:spcPts val="175"/>
              </a:spcBef>
              <a:spcAft>
                <a:spcPts val="438"/>
              </a:spcAft>
              <a:defRPr sz="1100" b="1">
                <a:solidFill>
                  <a:srgbClr val="000000"/>
                </a:solidFill>
                <a:latin typeface="EYInterstate" panose="02000503020000020004" pitchFamily="2" charset="0"/>
              </a:defRPr>
            </a:lvl2pPr>
            <a:lvl4pPr marL="177800" lvl="3" indent="-177800" defTabSz="911853"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000000"/>
                </a:solidFill>
                <a:latin typeface="EYInterstate" panose="02000503020000020004" pitchFamily="2" charset="0"/>
              </a:defRPr>
            </a:lvl4pPr>
            <a:lvl5pPr marL="447675" lvl="4" indent="-180975" defTabSz="911853"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000000"/>
                </a:solidFill>
                <a:latin typeface="EYInterstate" panose="02000503020000020004" pitchFamily="2" charset="0"/>
              </a:defRPr>
            </a:lvl5pPr>
          </a:lstStyle>
          <a:p>
            <a:pPr marL="239034" lvl="1" indent="-237180" defTabSz="1161817" fontAlgn="base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rgbClr val="FFC000"/>
              </a:buClr>
              <a:buSzPct val="100000"/>
              <a:buFont typeface="Arial" pitchFamily="34" charset="0"/>
              <a:buChar char="►"/>
              <a:tabLst>
                <a:tab pos="2828575" algn="l"/>
                <a:tab pos="4087308" algn="r"/>
              </a:tabLst>
              <a:defRPr/>
            </a:pPr>
            <a:endParaRPr lang="en-US" sz="1000" b="0">
              <a:latin typeface="Work Sans" pitchFamily="2" charset="0"/>
            </a:endParaRPr>
          </a:p>
          <a:p>
            <a:pPr marL="1854" lvl="1" defTabSz="1161817" fontAlgn="base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rgbClr val="FFC000"/>
              </a:buClr>
              <a:buSzPct val="100000"/>
              <a:tabLst>
                <a:tab pos="2828575" algn="l"/>
                <a:tab pos="4087308" algn="r"/>
              </a:tabLst>
              <a:defRPr/>
            </a:pPr>
            <a:endParaRPr lang="en-US" sz="700" b="0">
              <a:latin typeface="Arial Body"/>
            </a:endParaRPr>
          </a:p>
          <a:p>
            <a:pPr marL="160182" lvl="3" indent="0" defTabSz="931939" fontAlgn="base">
              <a:spcBef>
                <a:spcPct val="0"/>
              </a:spcBef>
              <a:buClr>
                <a:srgbClr val="FFE600"/>
              </a:buClr>
              <a:buSzPct val="100000"/>
              <a:buNone/>
              <a:tabLst>
                <a:tab pos="3023232" algn="l"/>
                <a:tab pos="4368378" algn="r"/>
              </a:tabLst>
              <a:defRPr/>
            </a:pPr>
            <a:endParaRPr lang="it-IT" sz="700">
              <a:latin typeface="Arial Body"/>
              <a:ea typeface="ＭＳ Ｐゴシック"/>
            </a:endParaRPr>
          </a:p>
          <a:p>
            <a:pPr marL="306789" lvl="3" indent="-146607" defTabSz="931939" fontAlgn="base">
              <a:spcBef>
                <a:spcPct val="0"/>
              </a:spcBef>
              <a:buClr>
                <a:srgbClr val="FFE600"/>
              </a:buClr>
              <a:buSzPct val="100000"/>
              <a:buFont typeface="Courier New" panose="02070309020205020404" pitchFamily="49" charset="0"/>
              <a:buChar char="o"/>
              <a:tabLst>
                <a:tab pos="3023232" algn="l"/>
                <a:tab pos="4368378" algn="r"/>
              </a:tabLst>
              <a:defRPr/>
            </a:pPr>
            <a:endParaRPr lang="it-IT" sz="700" b="1">
              <a:latin typeface="Arial Body"/>
              <a:ea typeface="ＭＳ Ｐゴシック"/>
            </a:endParaRPr>
          </a:p>
          <a:p>
            <a:pPr marL="306789" lvl="3" indent="-146607" defTabSz="931939" fontAlgn="base">
              <a:spcBef>
                <a:spcPct val="0"/>
              </a:spcBef>
              <a:buClr>
                <a:srgbClr val="FFE600"/>
              </a:buClr>
              <a:buSzPct val="100000"/>
              <a:buFont typeface="Courier New" panose="02070309020205020404" pitchFamily="49" charset="0"/>
              <a:buChar char="o"/>
              <a:tabLst>
                <a:tab pos="3023232" algn="l"/>
                <a:tab pos="4368378" algn="r"/>
              </a:tabLst>
              <a:defRPr/>
            </a:pPr>
            <a:endParaRPr lang="it-IT" sz="700">
              <a:latin typeface="Arial Body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851992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Abs">
      <a:dk1>
        <a:srgbClr val="000000"/>
      </a:dk1>
      <a:lt1>
        <a:srgbClr val="FFFFFF"/>
      </a:lt1>
      <a:dk2>
        <a:srgbClr val="101010"/>
      </a:dk2>
      <a:lt2>
        <a:srgbClr val="E6E6FA"/>
      </a:lt2>
      <a:accent1>
        <a:srgbClr val="B7A8F3"/>
      </a:accent1>
      <a:accent2>
        <a:srgbClr val="AFA3CE"/>
      </a:accent2>
      <a:accent3>
        <a:srgbClr val="6667AB"/>
      </a:accent3>
      <a:accent4>
        <a:srgbClr val="66BD50"/>
      </a:accent4>
      <a:accent5>
        <a:srgbClr val="FFAB00"/>
      </a:accent5>
      <a:accent6>
        <a:srgbClr val="F5404F"/>
      </a:accent6>
      <a:hlink>
        <a:srgbClr val="B7A8F3"/>
      </a:hlink>
      <a:folHlink>
        <a:srgbClr val="6667A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presentazioni" id="{BA1E2704-8A0C-754C-A86F-1ECAD60C8C9F}" vid="{0441FC58-ECEC-E24D-A828-44804DD9BFD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76BBCC73B2CE34E813EE6855C62D1C1" ma:contentTypeVersion="11" ma:contentTypeDescription="Creare un nuovo documento." ma:contentTypeScope="" ma:versionID="59d3cd2d2e46cc918543cd94db0ea000">
  <xsd:schema xmlns:xsd="http://www.w3.org/2001/XMLSchema" xmlns:xs="http://www.w3.org/2001/XMLSchema" xmlns:p="http://schemas.microsoft.com/office/2006/metadata/properties" xmlns:ns2="5f3f5e8d-e456-49ac-9581-97341239af31" xmlns:ns3="bba7849e-72c3-4187-8b05-03e95411a23d" targetNamespace="http://schemas.microsoft.com/office/2006/metadata/properties" ma:root="true" ma:fieldsID="77aff948f3840fa96431a46d7e18e903" ns2:_="" ns3:_="">
    <xsd:import namespace="5f3f5e8d-e456-49ac-9581-97341239af31"/>
    <xsd:import namespace="bba7849e-72c3-4187-8b05-03e95411a2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3f5e8d-e456-49ac-9581-97341239af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88e2db17-d742-430e-9ddd-2f4d9fb3b8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a7849e-72c3-4187-8b05-03e95411a23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9d7c3f0-6392-4ebf-9d2a-0a81d44f5e0c}" ma:internalName="TaxCatchAll" ma:showField="CatchAllData" ma:web="bba7849e-72c3-4187-8b05-03e95411a2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3f5e8d-e456-49ac-9581-97341239af31">
      <Terms xmlns="http://schemas.microsoft.com/office/infopath/2007/PartnerControls"/>
    </lcf76f155ced4ddcb4097134ff3c332f>
    <TaxCatchAll xmlns="bba7849e-72c3-4187-8b05-03e95411a23d" xsi:nil="true"/>
  </documentManagement>
</p:properties>
</file>

<file path=customXml/itemProps1.xml><?xml version="1.0" encoding="utf-8"?>
<ds:datastoreItem xmlns:ds="http://schemas.openxmlformats.org/officeDocument/2006/customXml" ds:itemID="{93D5CCA7-7BC6-46DA-B745-DCA66481CEEE}">
  <ds:schemaRefs>
    <ds:schemaRef ds:uri="5f3f5e8d-e456-49ac-9581-97341239af31"/>
    <ds:schemaRef ds:uri="bba7849e-72c3-4187-8b05-03e95411a23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C580AE2-B9D9-46BE-97F9-487D672310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F11F29-B345-4E52-94B2-DCBF82FC9F40}">
  <ds:schemaRefs>
    <ds:schemaRef ds:uri="5f3f5e8d-e456-49ac-9581-97341239af31"/>
    <ds:schemaRef ds:uri="bba7849e-72c3-4187-8b05-03e95411a23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di Office</Template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di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Romiti Dalila</dc:creator>
  <cp:revision>1</cp:revision>
  <dcterms:created xsi:type="dcterms:W3CDTF">2023-06-16T08:54:53Z</dcterms:created>
  <dcterms:modified xsi:type="dcterms:W3CDTF">2026-10-08T12:49:27Z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dc209e2-75ef-4caf-85cc-e183546bbc07_Enabled">
    <vt:lpwstr>true</vt:lpwstr>
  </property>
  <property fmtid="{D5CDD505-2E9C-101B-9397-08002B2CF9AE}" pid="3" name="MSIP_Label_5dc209e2-75ef-4caf-85cc-e183546bbc07_SetDate">
    <vt:lpwstr>2024-06-05T07:23:12Z</vt:lpwstr>
  </property>
  <property fmtid="{D5CDD505-2E9C-101B-9397-08002B2CF9AE}" pid="4" name="MSIP_Label_5dc209e2-75ef-4caf-85cc-e183546bbc07_Method">
    <vt:lpwstr>Privileged</vt:lpwstr>
  </property>
  <property fmtid="{D5CDD505-2E9C-101B-9397-08002B2CF9AE}" pid="5" name="MSIP_Label_5dc209e2-75ef-4caf-85cc-e183546bbc07_Name">
    <vt:lpwstr>Confidential</vt:lpwstr>
  </property>
  <property fmtid="{D5CDD505-2E9C-101B-9397-08002B2CF9AE}" pid="6" name="MSIP_Label_5dc209e2-75ef-4caf-85cc-e183546bbc07_SiteId">
    <vt:lpwstr>5f4c80c0-58ee-4e80-8990-b80e85ad9e5b</vt:lpwstr>
  </property>
  <property fmtid="{D5CDD505-2E9C-101B-9397-08002B2CF9AE}" pid="7" name="MSIP_Label_5dc209e2-75ef-4caf-85cc-e183546bbc07_ActionId">
    <vt:lpwstr>79af14ed-f4ca-4f45-ace6-3ea2f0afb7eb</vt:lpwstr>
  </property>
  <property fmtid="{D5CDD505-2E9C-101B-9397-08002B2CF9AE}" pid="8" name="MSIP_Label_5dc209e2-75ef-4caf-85cc-e183546bbc07_ContentBits">
    <vt:lpwstr>2</vt:lpwstr>
  </property>
  <property fmtid="{D5CDD505-2E9C-101B-9397-08002B2CF9AE}" pid="9" name="ClassificationContentMarkingFooterLocations">
    <vt:lpwstr>Tema di Office:3</vt:lpwstr>
  </property>
  <property fmtid="{D5CDD505-2E9C-101B-9397-08002B2CF9AE}" pid="10" name="ClassificationContentMarkingFooterText">
    <vt:lpwstr>Confidential</vt:lpwstr>
  </property>
  <property fmtid="{D5CDD505-2E9C-101B-9397-08002B2CF9AE}" pid="11" name="ContentTypeId">
    <vt:lpwstr>0x010100B76BBCC73B2CE34E813EE6855C62D1C1</vt:lpwstr>
  </property>
  <property fmtid="{D5CDD505-2E9C-101B-9397-08002B2CF9AE}" pid="12" name="MediaServiceImageTags">
    <vt:lpwstr/>
  </property>
</Properties>
</file>